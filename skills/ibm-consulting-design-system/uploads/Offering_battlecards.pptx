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2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theme/theme3.xml" ContentType="application/vnd.openxmlformats-officedocument.theme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theme/theme4.xml" ContentType="application/vnd.openxmlformats-officedocument.theme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714" r:id="rId2"/>
    <p:sldMasterId id="2147483786" r:id="rId3"/>
    <p:sldMasterId id="2147483840" r:id="rId4"/>
    <p:sldMasterId id="2147483894" r:id="rId5"/>
  </p:sldMasterIdLst>
  <p:notesMasterIdLst>
    <p:notesMasterId r:id="rId10"/>
  </p:notesMasterIdLst>
  <p:sldIdLst>
    <p:sldId id="296" r:id="rId6"/>
    <p:sldId id="297" r:id="rId7"/>
    <p:sldId id="298" r:id="rId8"/>
    <p:sldId id="29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6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5"/>
    <p:restoredTop sz="95918"/>
  </p:normalViewPr>
  <p:slideViewPr>
    <p:cSldViewPr snapToGrid="0">
      <p:cViewPr varScale="1">
        <p:scale>
          <a:sx n="123" d="100"/>
          <a:sy n="123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E15FE7-C502-8B4F-83B6-380E86E59C0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8A774B-7AF1-EA47-B3B6-EFFC1AB72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74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65071-28A7-4313-3E62-ECAEB3080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2036E-317F-546E-D850-FB66130AF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4A1E1-CDFF-9BC1-1844-B873F1B55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88342-2445-F858-4857-FC8F1771A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EE46B4-9A78-9A46-AD05-7DFAD1B56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5876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65071-28A7-4313-3E62-ECAEB3080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2036E-317F-546E-D850-FB66130AF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4A1E1-CDFF-9BC1-1844-B873F1B55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88342-2445-F858-4857-FC8F1771A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EE46B4-9A78-9A46-AD05-7DFAD1B56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5876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65071-28A7-4313-3E62-ECAEB3080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2036E-317F-546E-D850-FB66130AF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4A1E1-CDFF-9BC1-1844-B873F1B55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88342-2445-F858-4857-FC8F1771A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EE46B4-9A78-9A46-AD05-7DFAD1B56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5876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65071-28A7-4313-3E62-ECAEB3080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2036E-317F-546E-D850-FB66130AF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4A1E1-CDFF-9BC1-1844-B873F1B55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88342-2445-F858-4857-FC8F1771A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EE46B4-9A78-9A46-AD05-7DFAD1B56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5876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hyperlink" Target="mailto:email.address@ibm.com" TargetMode="External"/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5.xml"/></Relationships>
</file>

<file path=ppt/slideLayouts/_rels/slideLayout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5.xml"/></Relationships>
</file>

<file path=ppt/slideLayouts/_rels/slideLayout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5.xml"/></Relationships>
</file>

<file path=ppt/slideLayouts/_rels/slideLayout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5.xml"/></Relationships>
</file>

<file path=ppt/slideLayouts/_rels/slideLayout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5.xml"/></Relationships>
</file>

<file path=ppt/slideLayouts/_rels/slideLayout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5.xml"/></Relationships>
</file>

<file path=ppt/slideLayouts/_rels/slideLayout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5.xml"/></Relationships>
</file>

<file path=ppt/slideLayouts/_rels/slideLayout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5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2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/Relationships>
</file>

<file path=ppt/slideLayouts/_rels/slideLayout2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5.xml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6.png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0007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686CF6-986D-5875-F125-A5F2C322F8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5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94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12192000" cy="6000750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08" tIns="45708" rIns="45708" bIns="4570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01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F0A362-23D9-4174-DF15-A461128F65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5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168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8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997DF7-FBE8-11C0-F7B4-16B2B00DB7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2730" y="6544169"/>
            <a:ext cx="578930" cy="2154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816F33-8A17-6F43-C0ED-19AB14CE14D5}"/>
              </a:ext>
            </a:extLst>
          </p:cNvPr>
          <p:cNvSpPr txBox="1"/>
          <p:nvPr userDrawn="1"/>
        </p:nvSpPr>
        <p:spPr>
          <a:xfrm>
            <a:off x="260340" y="6544169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573CAE4-0F97-1A36-2010-6C5B34D874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7328" y="6590335"/>
            <a:ext cx="135436" cy="12311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910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52E480-045F-6089-0332-BACAA5AA34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5" y="6316954"/>
            <a:ext cx="819043" cy="304800"/>
          </a:xfrm>
          <a:prstGeom prst="rect">
            <a:avLst/>
          </a:prstGeom>
        </p:spPr>
      </p:pic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2A58CC25-E21C-6911-76F4-A8420DC11824}"/>
              </a:ext>
            </a:extLst>
          </p:cNvPr>
          <p:cNvSpPr txBox="1">
            <a:spLocks/>
          </p:cNvSpPr>
          <p:nvPr userDrawn="1"/>
        </p:nvSpPr>
        <p:spPr>
          <a:xfrm>
            <a:off x="258062" y="6363749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560FA4-B4FF-D228-22E7-63519F7B01C7}"/>
              </a:ext>
            </a:extLst>
          </p:cNvPr>
          <p:cNvSpPr txBox="1"/>
          <p:nvPr userDrawn="1"/>
        </p:nvSpPr>
        <p:spPr>
          <a:xfrm>
            <a:off x="260340" y="6544169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7814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20" y="284957"/>
            <a:ext cx="5523781" cy="594606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1" y="201292"/>
            <a:ext cx="5049878" cy="5239544"/>
          </a:xfrm>
        </p:spPr>
        <p:txBody>
          <a:bodyPr/>
          <a:lstStyle>
            <a:lvl1pPr>
              <a:lnSpc>
                <a:spcPct val="100000"/>
              </a:lnSpc>
              <a:defRPr sz="42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D2F457-09D6-38A6-4455-9A72F2531E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5" y="6316954"/>
            <a:ext cx="819043" cy="304800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7F235A0-AAFC-8A9D-F24C-D04C6353EA1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4584" y="5834572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A0585695-4053-278A-CF48-534A1DFD5EB9}"/>
              </a:ext>
            </a:extLst>
          </p:cNvPr>
          <p:cNvSpPr txBox="1">
            <a:spLocks/>
          </p:cNvSpPr>
          <p:nvPr userDrawn="1"/>
        </p:nvSpPr>
        <p:spPr>
          <a:xfrm>
            <a:off x="258062" y="6363749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0198F2-1283-EEE2-4B17-AF6F1834A48A}"/>
              </a:ext>
            </a:extLst>
          </p:cNvPr>
          <p:cNvSpPr txBox="1"/>
          <p:nvPr userDrawn="1"/>
        </p:nvSpPr>
        <p:spPr>
          <a:xfrm>
            <a:off x="260340" y="6544169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84476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20" y="284957"/>
            <a:ext cx="5523781" cy="594606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049180" cy="4668838"/>
          </a:xfrm>
        </p:spPr>
        <p:txBody>
          <a:bodyPr/>
          <a:lstStyle>
            <a:lvl1pPr>
              <a:lnSpc>
                <a:spcPct val="100000"/>
              </a:lnSpc>
              <a:defRPr sz="42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61BD75-51FC-2CA3-117F-407B113ADD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2730" y="6544169"/>
            <a:ext cx="578930" cy="215444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9513C9B-A9A9-6EFB-5F51-5986574D7F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47328" y="6590335"/>
            <a:ext cx="135436" cy="12311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94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192024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31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4957"/>
            <a:ext cx="2474590" cy="5715794"/>
          </a:xfrm>
        </p:spPr>
        <p:txBody>
          <a:bodyPr/>
          <a:lstStyle>
            <a:lvl1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465191-3A1A-F3C6-8EF8-D2F09F7B790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59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FA5637F8-DD50-AD7D-7A6A-8B8972D92910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7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2630CA-25E9-EA66-B8F5-FCF060AEA7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5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26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31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0371F7-28A4-A8B7-6515-05F01F131EE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59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AAEF00A3-C075-78CB-64E4-5D2224867E70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7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8312EE-2D43-7FB7-70A5-1ED6405113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5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981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1" y="210312"/>
            <a:ext cx="8569797" cy="4095750"/>
          </a:xfrm>
        </p:spPr>
        <p:txBody>
          <a:bodyPr/>
          <a:lstStyle>
            <a:lvl1pPr>
              <a:defRPr sz="8596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A0B7C-A4FB-7C96-144D-9E54488B251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59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840D86EB-6853-E35A-4212-3996B3898F08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7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6518F0-A2C3-933D-FA2B-A891463A2A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5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57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8">
                <a:solidFill>
                  <a:schemeClr val="tx2"/>
                </a:solidFill>
              </a:defRPr>
            </a:lvl1pPr>
            <a:lvl2pPr marL="292490" indent="-292490">
              <a:lnSpc>
                <a:spcPct val="100000"/>
              </a:lnSpc>
              <a:spcBef>
                <a:spcPts val="0"/>
              </a:spcBef>
              <a:defRPr sz="3198">
                <a:solidFill>
                  <a:schemeClr val="tx2"/>
                </a:solidFill>
              </a:defRPr>
            </a:lvl2pPr>
            <a:lvl3pPr marL="548420" indent="-292490">
              <a:lnSpc>
                <a:spcPct val="100000"/>
              </a:lnSpc>
              <a:spcBef>
                <a:spcPts val="0"/>
              </a:spcBef>
              <a:defRPr sz="3198">
                <a:solidFill>
                  <a:schemeClr val="tx2"/>
                </a:solidFill>
              </a:defRPr>
            </a:lvl3pPr>
            <a:lvl4pPr marL="877472">
              <a:lnSpc>
                <a:spcPct val="100000"/>
              </a:lnSpc>
              <a:spcBef>
                <a:spcPts val="0"/>
              </a:spcBef>
              <a:defRPr sz="3198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9949AB-60D3-DE56-CC15-394902AD65B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59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8F636891-9EA3-6FE4-36F6-BBEA773D617F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7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8B9CB7-B998-4F43-F23E-E699F07A25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5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74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10312"/>
            <a:ext cx="7330121" cy="4858544"/>
          </a:xfrm>
        </p:spPr>
        <p:txBody>
          <a:bodyPr/>
          <a:lstStyle>
            <a:lvl1pPr>
              <a:lnSpc>
                <a:spcPct val="100000"/>
              </a:lnSpc>
              <a:defRPr sz="42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7843E3-AF1C-5AD4-8FD4-374471EDBE7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59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881BCD6A-6658-08A0-1E1B-D4B4384CA624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7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6D21A1-A119-B906-12CC-CD482AA841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5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23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99" y="4242220"/>
            <a:ext cx="5524575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4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0920" y="4240696"/>
            <a:ext cx="5523781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4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+00%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3809504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088" indent="-20108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176" indent="-20108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560" indent="-20108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288036"/>
            <a:ext cx="3811091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088" indent="-20108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176" indent="-20108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560" indent="-20108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609600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8CFDAE2-D145-8A01-2964-BE1F38D3921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59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18C735B-A53B-17F2-5F86-ADF96B2984EE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7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9857A-B7F9-DC17-0E39-4F819FB36C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5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169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213241"/>
            <a:ext cx="2474590" cy="953294"/>
          </a:xfrm>
        </p:spPr>
        <p:txBody>
          <a:bodyPr/>
          <a:lstStyle>
            <a:lvl1pPr>
              <a:lnSpc>
                <a:spcPct val="90000"/>
              </a:lnSpc>
              <a:defRPr sz="6498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214828"/>
            <a:ext cx="2474590" cy="951707"/>
          </a:xfrm>
        </p:spPr>
        <p:txBody>
          <a:bodyPr/>
          <a:lstStyle>
            <a:lvl1pPr>
              <a:lnSpc>
                <a:spcPct val="90000"/>
              </a:lnSpc>
              <a:defRPr sz="6498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14884"/>
            <a:ext cx="2475384" cy="953956"/>
          </a:xfrm>
        </p:spPr>
        <p:txBody>
          <a:bodyPr/>
          <a:lstStyle>
            <a:lvl1pPr>
              <a:lnSpc>
                <a:spcPct val="90000"/>
              </a:lnSpc>
              <a:defRPr sz="6498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5428457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22" indent="-73122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46" indent="-73122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368" indent="-73122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3"/>
            <a:ext cx="2475384" cy="42619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7328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4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81C1AA3-0815-82A7-06D3-8EFC7187C58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59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7CA6109F-D90F-E751-F8E0-5BAE8792A8EC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7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7AF679-A625-D4EB-2A23-04E32C7E89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5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403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00" y="201168"/>
            <a:ext cx="2474590" cy="2667794"/>
          </a:xfrm>
        </p:spPr>
        <p:txBody>
          <a:bodyPr/>
          <a:lstStyle>
            <a:lvl1pPr>
              <a:lnSpc>
                <a:spcPct val="100000"/>
              </a:lnSpc>
              <a:defRPr sz="4298">
                <a:solidFill>
                  <a:schemeClr val="accent1"/>
                </a:solidFill>
              </a:defRPr>
            </a:lvl1pPr>
          </a:lstStyle>
          <a:p>
            <a:r>
              <a:rPr lang="en-US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201168"/>
            <a:ext cx="5523781" cy="26677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8">
                <a:solidFill>
                  <a:schemeClr val="tx1"/>
                </a:solidFill>
              </a:defRPr>
            </a:lvl1pPr>
            <a:lvl2pPr marL="393034" indent="-393034">
              <a:lnSpc>
                <a:spcPct val="100000"/>
              </a:lnSpc>
              <a:spcBef>
                <a:spcPts val="0"/>
              </a:spcBef>
              <a:defRPr sz="4298">
                <a:solidFill>
                  <a:schemeClr val="tx1"/>
                </a:solidFill>
              </a:defRPr>
            </a:lvl2pPr>
            <a:lvl3pPr marL="749508" indent="-393034">
              <a:lnSpc>
                <a:spcPct val="100000"/>
              </a:lnSpc>
              <a:spcBef>
                <a:spcPts val="0"/>
              </a:spcBef>
              <a:defRPr sz="4298">
                <a:solidFill>
                  <a:schemeClr val="tx1"/>
                </a:solidFill>
              </a:defRPr>
            </a:lvl3pPr>
            <a:lvl4pPr marL="1142542" indent="-393034">
              <a:lnSpc>
                <a:spcPct val="100000"/>
              </a:lnSpc>
              <a:spcBef>
                <a:spcPts val="0"/>
              </a:spcBef>
              <a:defRPr sz="4298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00" y="3238500"/>
            <a:ext cx="2474590" cy="2667000"/>
          </a:xfrm>
        </p:spPr>
        <p:txBody>
          <a:bodyPr/>
          <a:lstStyle>
            <a:lvl1pPr>
              <a:lnSpc>
                <a:spcPct val="100000"/>
              </a:lnSpc>
              <a:defRPr sz="4298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4298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4298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4298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4298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3238500"/>
            <a:ext cx="5523781" cy="2667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8">
                <a:solidFill>
                  <a:schemeClr val="tx1"/>
                </a:solidFill>
              </a:defRPr>
            </a:lvl1pPr>
            <a:lvl2pPr marL="393034" indent="-393034">
              <a:lnSpc>
                <a:spcPct val="100000"/>
              </a:lnSpc>
              <a:spcBef>
                <a:spcPts val="0"/>
              </a:spcBef>
              <a:defRPr sz="4298">
                <a:solidFill>
                  <a:schemeClr val="tx1"/>
                </a:solidFill>
              </a:defRPr>
            </a:lvl2pPr>
            <a:lvl3pPr marL="749508" indent="-393034">
              <a:lnSpc>
                <a:spcPct val="100000"/>
              </a:lnSpc>
              <a:spcBef>
                <a:spcPts val="0"/>
              </a:spcBef>
              <a:defRPr sz="4298">
                <a:solidFill>
                  <a:schemeClr val="tx1"/>
                </a:solidFill>
              </a:defRPr>
            </a:lvl3pPr>
            <a:lvl4pPr marL="1142542" indent="-393034">
              <a:lnSpc>
                <a:spcPct val="100000"/>
              </a:lnSpc>
              <a:spcBef>
                <a:spcPts val="0"/>
              </a:spcBef>
              <a:defRPr sz="4298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A52F75C-315F-93D3-0F98-97DEB40F70F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59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1FF289CC-184A-8F20-A4CE-67F2FBBC7B5A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7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C1D634-60E9-4D2E-B5F4-8734048FCB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5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47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3316" y="40957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3316" y="20002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05740"/>
            <a:ext cx="2475384" cy="1429544"/>
          </a:xfrm>
        </p:spPr>
        <p:txBody>
          <a:bodyPr/>
          <a:lstStyle>
            <a:lvl1pPr>
              <a:lnSpc>
                <a:spcPct val="90000"/>
              </a:lnSpc>
              <a:defRPr sz="6498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582260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3809504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1907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2862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093977"/>
            <a:ext cx="2475384" cy="1428753"/>
          </a:xfrm>
        </p:spPr>
        <p:txBody>
          <a:bodyPr/>
          <a:lstStyle>
            <a:lvl1pPr>
              <a:lnSpc>
                <a:spcPct val="90000"/>
              </a:lnSpc>
              <a:defRPr sz="6498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8" y="4201669"/>
            <a:ext cx="2475383" cy="1428753"/>
          </a:xfrm>
        </p:spPr>
        <p:txBody>
          <a:bodyPr/>
          <a:lstStyle>
            <a:lvl1pPr>
              <a:lnSpc>
                <a:spcPct val="90000"/>
              </a:lnSpc>
              <a:defRPr sz="6498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F1F183D-2867-EA88-0C4E-CD0A216E83A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59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57099EAD-4606-80D3-B630-128197CD6C3E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7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38E9C7-15D4-9A71-A173-518630FCA6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5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641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11390A-15A1-0997-0B15-0B48C559F156}"/>
              </a:ext>
            </a:extLst>
          </p:cNvPr>
          <p:cNvSpPr/>
          <p:nvPr userDrawn="1"/>
        </p:nvSpPr>
        <p:spPr bwMode="auto">
          <a:xfrm>
            <a:off x="6111240" y="1840523"/>
            <a:ext cx="3035808" cy="5017477"/>
          </a:xfrm>
          <a:prstGeom prst="rect">
            <a:avLst/>
          </a:prstGeom>
          <a:solidFill>
            <a:srgbClr val="ED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0C29AE-9851-3151-5B39-A94B9B42E83F}"/>
              </a:ext>
            </a:extLst>
          </p:cNvPr>
          <p:cNvSpPr/>
          <p:nvPr userDrawn="1"/>
        </p:nvSpPr>
        <p:spPr bwMode="auto">
          <a:xfrm>
            <a:off x="9147048" y="1840523"/>
            <a:ext cx="3044952" cy="5017477"/>
          </a:xfrm>
          <a:prstGeom prst="rect">
            <a:avLst/>
          </a:prstGeom>
          <a:solidFill>
            <a:srgbClr val="D0E2FF">
              <a:alpha val="61000"/>
            </a:srgb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4CC17E-9E3F-CF2E-053A-64CCD0A3B1A9}"/>
              </a:ext>
            </a:extLst>
          </p:cNvPr>
          <p:cNvSpPr/>
          <p:nvPr userDrawn="1"/>
        </p:nvSpPr>
        <p:spPr bwMode="auto">
          <a:xfrm>
            <a:off x="3060192" y="1840523"/>
            <a:ext cx="3050632" cy="5017477"/>
          </a:xfrm>
          <a:prstGeom prst="rect">
            <a:avLst/>
          </a:prstGeom>
          <a:solidFill>
            <a:srgbClr val="D0E2FF">
              <a:alpha val="61000"/>
            </a:srgb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69D247-3430-52E7-58E0-9FAA3F3223D5}"/>
              </a:ext>
            </a:extLst>
          </p:cNvPr>
          <p:cNvSpPr/>
          <p:nvPr userDrawn="1"/>
        </p:nvSpPr>
        <p:spPr bwMode="auto">
          <a:xfrm>
            <a:off x="0" y="1840523"/>
            <a:ext cx="3060192" cy="5017477"/>
          </a:xfrm>
          <a:prstGeom prst="rect">
            <a:avLst/>
          </a:prstGeom>
          <a:solidFill>
            <a:srgbClr val="ED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8000" y="1714500"/>
            <a:ext cx="2477765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97FEA9-03DC-244E-7055-AF63B496EB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2730" y="6544169"/>
            <a:ext cx="578930" cy="2154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075E82-6FFA-F2EB-AD10-06B3FBEDD9E7}"/>
              </a:ext>
            </a:extLst>
          </p:cNvPr>
          <p:cNvSpPr txBox="1"/>
          <p:nvPr userDrawn="1"/>
        </p:nvSpPr>
        <p:spPr>
          <a:xfrm>
            <a:off x="260340" y="6544169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F5F82B1-7FF2-F404-8C86-D6DDE95B78F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47328" y="6590335"/>
            <a:ext cx="135436" cy="12311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64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7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681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1714500"/>
            <a:ext cx="0" cy="42862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6093683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9142810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6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76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7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6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16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048544"/>
          </a:xfrm>
        </p:spPr>
        <p:txBody>
          <a:bodyPr/>
          <a:lstStyle>
            <a:lvl1pPr>
              <a:lnSpc>
                <a:spcPct val="110000"/>
              </a:lnSpc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8000" y="1714500"/>
            <a:ext cx="2477765" cy="20002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84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68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052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185" y="1714500"/>
            <a:ext cx="247073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84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68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052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4" y="1714500"/>
            <a:ext cx="2476177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84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68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052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7346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3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603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6"/>
          </a:xfrm>
        </p:spPr>
        <p:txBody>
          <a:bodyPr/>
          <a:lstStyle>
            <a:lvl1pPr>
              <a:lnSpc>
                <a:spcPct val="100000"/>
              </a:lnSpc>
              <a:defRPr sz="31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20" y="1714500"/>
            <a:ext cx="5047593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2555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8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4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3711980" cy="95329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5049180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20" y="1714500"/>
            <a:ext cx="5047593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866B19-2C9E-ABB4-095D-6A2B4CC25A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2730" y="6544169"/>
            <a:ext cx="578930" cy="2154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1B8585-FEC8-B4A3-1A96-23B2AD631B0A}"/>
              </a:ext>
            </a:extLst>
          </p:cNvPr>
          <p:cNvSpPr txBox="1"/>
          <p:nvPr userDrawn="1"/>
        </p:nvSpPr>
        <p:spPr>
          <a:xfrm>
            <a:off x="260340" y="6544169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5028309-2065-3DAB-A317-1681ACAD79D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47328" y="6590335"/>
            <a:ext cx="135436" cy="12311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570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2193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6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6178" cy="2286794"/>
          </a:xfr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48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192024"/>
            <a:ext cx="5519019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3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4591" cy="2286794"/>
          </a:xfrm>
        </p:spPr>
        <p:txBody>
          <a:bodyPr rIns="0"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1697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5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5"/>
            <a:ext cx="2474590" cy="570707"/>
          </a:xfrm>
        </p:spPr>
        <p:txBody>
          <a:bodyPr/>
          <a:lstStyle>
            <a:lvl1pPr>
              <a:lnSpc>
                <a:spcPct val="100000"/>
              </a:lnSpc>
              <a:defRPr sz="31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2988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591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3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8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400"/>
            </a:lvl2pPr>
            <a:lvl3pPr>
              <a:lnSpc>
                <a:spcPct val="90000"/>
              </a:lnSpc>
              <a:spcBef>
                <a:spcPts val="0"/>
              </a:spcBef>
              <a:defRPr sz="1400"/>
            </a:lvl3pPr>
            <a:lvl4pPr>
              <a:lnSpc>
                <a:spcPct val="90000"/>
              </a:lnSpc>
              <a:spcBef>
                <a:spcPts val="0"/>
              </a:spcBef>
              <a:defRPr sz="1400"/>
            </a:lvl4pPr>
            <a:lvl5pPr>
              <a:lnSpc>
                <a:spcPct val="9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380920" y="288037"/>
            <a:ext cx="607997" cy="607231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428523" y="288036"/>
            <a:ext cx="608843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609368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823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239012"/>
            <a:ext cx="3334903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088" indent="-20108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176" indent="-20108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560" indent="-20108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23825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088" indent="-20108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176" indent="-20108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560" indent="-20108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8" y="4192524"/>
            <a:ext cx="3334904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088" indent="-20108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176" indent="-20108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560" indent="-20108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20" y="419100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088" indent="-20108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176" indent="-20108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560" indent="-20108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99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0920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998" y="323697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20" y="3238500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 userDrawn="1"/>
        </p:nvCxnSpPr>
        <p:spPr bwMode="auto">
          <a:xfrm>
            <a:off x="6095206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2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841248"/>
            <a:ext cx="2857128" cy="1138428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1681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8000" y="288036"/>
            <a:ext cx="2477765" cy="570706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93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763524"/>
            <a:ext cx="5521401" cy="1138428"/>
          </a:xfrm>
        </p:spPr>
        <p:txBody>
          <a:bodyPr rIns="457200"/>
          <a:lstStyle>
            <a:lvl1pPr>
              <a:lnSpc>
                <a:spcPct val="110000"/>
              </a:lnSpc>
              <a:defRPr sz="31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4957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4957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8000" y="288036"/>
            <a:ext cx="2477765" cy="224028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5613AA-4FB8-6575-3B2B-6E22C74BC6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2730" y="6544169"/>
            <a:ext cx="578930" cy="2154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C55F2-D131-A082-8D76-B214BA8B486B}"/>
              </a:ext>
            </a:extLst>
          </p:cNvPr>
          <p:cNvSpPr txBox="1"/>
          <p:nvPr userDrawn="1"/>
        </p:nvSpPr>
        <p:spPr>
          <a:xfrm>
            <a:off x="260340" y="6544169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FBA95EE-CBC5-8BC8-9762-C7418F48D9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7328" y="6590335"/>
            <a:ext cx="135436" cy="12311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288036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7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10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192024"/>
            <a:ext cx="5524575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7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362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35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2554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34141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49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66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84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68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052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84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68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052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28523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84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68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052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3316" y="3714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84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68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052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0920" y="3714751"/>
            <a:ext cx="2475384" cy="189634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84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68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052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428523" y="3714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84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68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052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33316" y="288037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20" y="288037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28523" y="288037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33316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80920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428523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2CDB94-BA57-B58F-95F0-D406FE34BB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4" y="3048000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CBE6E3-0E18-8A57-578D-D314948AF14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200B05-7E36-4E03-3739-0BA983764616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FF3B59-8BBA-8C99-9D4D-743723E434FC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50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192025"/>
            <a:ext cx="5519019" cy="1706563"/>
          </a:xfrm>
        </p:spPr>
        <p:txBody>
          <a:bodyPr rIns="457200"/>
          <a:lstStyle>
            <a:lvl1pPr>
              <a:lnSpc>
                <a:spcPct val="100000"/>
              </a:lnSpc>
              <a:defRPr sz="31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8" y="3332988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799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7"/>
            <a:ext cx="2474590" cy="1706563"/>
          </a:xfrm>
        </p:spPr>
        <p:txBody>
          <a:bodyPr rIns="0"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0042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7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8000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20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94991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5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8000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4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688662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5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8000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7" y="282577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94754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5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67693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5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4126" y="284957"/>
            <a:ext cx="11620574" cy="629046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61108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999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7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7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4278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999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7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7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4278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87999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14278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77746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7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7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07897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77746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7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7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07897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377746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7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7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07897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08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333316" y="284957"/>
            <a:ext cx="8571384" cy="5715794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087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0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8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8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8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8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22" indent="-73122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46" indent="-73122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368" indent="-73122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58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352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91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0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8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8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8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8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22" indent="-73122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46" indent="-73122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368" indent="-73122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90475" y="640238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22" indent="-73122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46" indent="-73122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368" indent="-73122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6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2005" y="3084231"/>
            <a:ext cx="1727991" cy="689541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413834D-F74C-76A9-31DB-51FC5DC6DF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7328" y="6590335"/>
            <a:ext cx="135436" cy="12311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40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987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[4-4] 6 small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 txBox="1"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6FF"/>
          </a:solidFill>
        </p:spPr>
        <p:txBody>
          <a:bodyPr vert="horz" lIns="190475" tIns="167618" rIns="190475" bIns="190475" rtlCol="0" anchor="t" anchorCtr="0">
            <a:noAutofit/>
          </a:bodyPr>
          <a:lstStyle>
            <a:lvl1pPr algn="l" defTabSz="7308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36" kern="1200">
                <a:solidFill>
                  <a:schemeClr val="bg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endParaRPr lang="en-US" sz="3196" b="0" i="0">
              <a:latin typeface="Arial Regular" charset="0"/>
            </a:endParaRP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prstGeom prst="rect">
            <a:avLst/>
          </a:prstGeom>
          <a:noFill/>
        </p:spPr>
        <p:txBody>
          <a:bodyPr lIns="0" tIns="5486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1" y="381000"/>
            <a:ext cx="2476501" cy="2857500"/>
          </a:xfrm>
        </p:spPr>
        <p:txBody>
          <a:bodyPr>
            <a:noAutofit/>
          </a:bodyPr>
          <a:lstStyle>
            <a:lvl1pPr>
              <a:defRPr sz="2333">
                <a:solidFill>
                  <a:srgbClr val="001141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8" name="Content Placeholder 9"/>
          <p:cNvSpPr>
            <a:spLocks noGrp="1"/>
          </p:cNvSpPr>
          <p:nvPr>
            <p:ph sz="quarter" idx="16"/>
          </p:nvPr>
        </p:nvSpPr>
        <p:spPr>
          <a:xfrm>
            <a:off x="3048000" y="0"/>
            <a:ext cx="3048000" cy="3429000"/>
          </a:xfrm>
          <a:prstGeom prst="rect">
            <a:avLst/>
          </a:prstGeom>
          <a:noFill/>
        </p:spPr>
        <p:txBody>
          <a:bodyPr lIns="0" tIns="5486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7"/>
          <p:cNvSpPr>
            <a:spLocks noGrp="1"/>
          </p:cNvSpPr>
          <p:nvPr>
            <p:ph sz="quarter" idx="15"/>
          </p:nvPr>
        </p:nvSpPr>
        <p:spPr>
          <a:xfrm>
            <a:off x="6096000" y="0"/>
            <a:ext cx="3048000" cy="3429000"/>
          </a:xfrm>
          <a:prstGeom prst="rect">
            <a:avLst/>
          </a:prstGeom>
          <a:noFill/>
        </p:spPr>
        <p:txBody>
          <a:bodyPr lIns="0" tIns="5486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7"/>
          </p:nvPr>
        </p:nvSpPr>
        <p:spPr>
          <a:xfrm>
            <a:off x="9144000" y="3429000"/>
            <a:ext cx="3048000" cy="34290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010" y="6515120"/>
            <a:ext cx="471765" cy="190502"/>
          </a:xfrm>
          <a:prstGeom prst="rect">
            <a:avLst/>
          </a:prstGeom>
        </p:spPr>
      </p:pic>
      <p:sp>
        <p:nvSpPr>
          <p:cNvPr id="19" name="Content Placeholder 9"/>
          <p:cNvSpPr>
            <a:spLocks noGrp="1"/>
          </p:cNvSpPr>
          <p:nvPr>
            <p:ph sz="quarter" idx="19"/>
          </p:nvPr>
        </p:nvSpPr>
        <p:spPr>
          <a:xfrm>
            <a:off x="3048000" y="3429000"/>
            <a:ext cx="3048000" cy="34290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7"/>
          <p:cNvSpPr>
            <a:spLocks noGrp="1"/>
          </p:cNvSpPr>
          <p:nvPr>
            <p:ph sz="quarter" idx="20"/>
          </p:nvPr>
        </p:nvSpPr>
        <p:spPr>
          <a:xfrm>
            <a:off x="6096000" y="3429000"/>
            <a:ext cx="3048000" cy="34290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B1C0CBA1-460E-2448-B276-CE4017DE072F}"/>
              </a:ext>
            </a:extLst>
          </p:cNvPr>
          <p:cNvSpPr txBox="1">
            <a:spLocks/>
          </p:cNvSpPr>
          <p:nvPr userDrawn="1"/>
        </p:nvSpPr>
        <p:spPr>
          <a:xfrm>
            <a:off x="762000" y="6622961"/>
            <a:ext cx="1903680" cy="1825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7" b="0" i="0">
                <a:solidFill>
                  <a:schemeClr val="tx1"/>
                </a:solidFill>
                <a:latin typeface="IBM Plex Sans Light" panose="020B0403050203000203" pitchFamily="34" charset="0"/>
                <a:ea typeface="IBM Plex Sans" charset="0"/>
                <a:cs typeface="IBM Plex Sans" charset="0"/>
              </a:rPr>
              <a:t>IBM Institute for Business Value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9B0701B-7540-2D4A-8102-88493CA074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275" y="6553200"/>
            <a:ext cx="471765" cy="190500"/>
          </a:xfrm>
          <a:prstGeom prst="rect">
            <a:avLst/>
          </a:prstGeom>
        </p:spPr>
      </p:pic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468DF8D0-1210-C147-8207-2FCB05CD93A5}"/>
              </a:ext>
            </a:extLst>
          </p:cNvPr>
          <p:cNvSpPr txBox="1">
            <a:spLocks/>
          </p:cNvSpPr>
          <p:nvPr userDrawn="1"/>
        </p:nvSpPr>
        <p:spPr>
          <a:xfrm>
            <a:off x="3238500" y="6622962"/>
            <a:ext cx="1903680" cy="1825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7" b="0" i="0">
                <a:solidFill>
                  <a:schemeClr val="tx1"/>
                </a:solidFill>
                <a:latin typeface="+mn-lt"/>
                <a:ea typeface="IBM Plex Sans" charset="0"/>
                <a:cs typeface="IBM Plex Sans" charset="0"/>
              </a:rPr>
              <a:t>© 2023 IBM Corporation               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5346FFF0-AE49-DD44-9424-041D7790E27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1" y="6096001"/>
            <a:ext cx="2476500" cy="403860"/>
          </a:xfrm>
        </p:spPr>
        <p:txBody>
          <a:bodyPr anchor="b"/>
          <a:lstStyle>
            <a:lvl1pPr>
              <a:spcBef>
                <a:spcPts val="0"/>
              </a:spcBef>
              <a:defRPr sz="667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F182AC-E336-C449-99C6-CD76F5385E49}"/>
              </a:ext>
            </a:extLst>
          </p:cNvPr>
          <p:cNvSpPr txBox="1"/>
          <p:nvPr userDrawn="1"/>
        </p:nvSpPr>
        <p:spPr>
          <a:xfrm>
            <a:off x="382982" y="6652260"/>
            <a:ext cx="379018" cy="213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500"/>
              </a:spcBef>
            </a:pPr>
            <a:fld id="{5703191B-A4A8-4141-A229-4AAA1EA5695E}" type="slidenum">
              <a:rPr lang="en-US" sz="667" b="0" i="0" smtClean="0">
                <a:solidFill>
                  <a:schemeClr val="tx1"/>
                </a:solidFill>
                <a:latin typeface="IBM Plex Sans Medm" panose="020B0503050203000203" pitchFamily="34" charset="0"/>
                <a:ea typeface="IBM Plex Sans" charset="0"/>
                <a:cs typeface="IBM Plex Sans" charset="0"/>
              </a:rPr>
              <a:pPr algn="l">
                <a:lnSpc>
                  <a:spcPct val="110000"/>
                </a:lnSpc>
                <a:spcBef>
                  <a:spcPts val="1500"/>
                </a:spcBef>
              </a:pPr>
              <a:t>‹#›</a:t>
            </a:fld>
            <a:endParaRPr lang="en-US" sz="667" b="0" i="0">
              <a:solidFill>
                <a:schemeClr val="tx1"/>
              </a:solidFill>
              <a:latin typeface="IBM Plex Sans Medm" panose="020B0503050203000203" pitchFamily="34" charset="0"/>
              <a:ea typeface="IBM Plex Sans" charset="0"/>
              <a:cs typeface="IBM Plex Sans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08E30A-FCE5-019B-DEB5-F6D15B5FC6CD}"/>
              </a:ext>
            </a:extLst>
          </p:cNvPr>
          <p:cNvCxnSpPr/>
          <p:nvPr userDrawn="1"/>
        </p:nvCxnSpPr>
        <p:spPr bwMode="auto">
          <a:xfrm>
            <a:off x="3048001" y="381000"/>
            <a:ext cx="2857501" cy="0"/>
          </a:xfrm>
          <a:prstGeom prst="line">
            <a:avLst/>
          </a:prstGeom>
          <a:ln w="3175">
            <a:solidFill>
              <a:srgbClr val="00114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14E05C-EFDC-83EE-CDCA-F9C9A0D199CF}"/>
              </a:ext>
            </a:extLst>
          </p:cNvPr>
          <p:cNvCxnSpPr/>
          <p:nvPr userDrawn="1"/>
        </p:nvCxnSpPr>
        <p:spPr bwMode="auto">
          <a:xfrm>
            <a:off x="6096001" y="381000"/>
            <a:ext cx="2857501" cy="0"/>
          </a:xfrm>
          <a:prstGeom prst="line">
            <a:avLst/>
          </a:prstGeom>
          <a:ln w="3175">
            <a:solidFill>
              <a:srgbClr val="00114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63BE46-6247-F822-4731-6DE3D1C69456}"/>
              </a:ext>
            </a:extLst>
          </p:cNvPr>
          <p:cNvCxnSpPr/>
          <p:nvPr userDrawn="1"/>
        </p:nvCxnSpPr>
        <p:spPr bwMode="auto">
          <a:xfrm>
            <a:off x="9144000" y="381000"/>
            <a:ext cx="2857501" cy="0"/>
          </a:xfrm>
          <a:prstGeom prst="line">
            <a:avLst/>
          </a:prstGeom>
          <a:ln w="3175">
            <a:solidFill>
              <a:srgbClr val="00114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BCC3D9-5EBD-F122-62CD-FEAA5A6F53E6}"/>
              </a:ext>
            </a:extLst>
          </p:cNvPr>
          <p:cNvCxnSpPr/>
          <p:nvPr userDrawn="1"/>
        </p:nvCxnSpPr>
        <p:spPr bwMode="auto">
          <a:xfrm>
            <a:off x="6096001" y="3429000"/>
            <a:ext cx="2857501" cy="0"/>
          </a:xfrm>
          <a:prstGeom prst="line">
            <a:avLst/>
          </a:prstGeom>
          <a:ln w="3175">
            <a:solidFill>
              <a:srgbClr val="00114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4F96EF-E60D-F38E-B6E4-38D9CDA15291}"/>
              </a:ext>
            </a:extLst>
          </p:cNvPr>
          <p:cNvCxnSpPr/>
          <p:nvPr userDrawn="1"/>
        </p:nvCxnSpPr>
        <p:spPr bwMode="auto">
          <a:xfrm>
            <a:off x="9144000" y="3429000"/>
            <a:ext cx="2857501" cy="0"/>
          </a:xfrm>
          <a:prstGeom prst="line">
            <a:avLst/>
          </a:prstGeom>
          <a:ln w="3175">
            <a:solidFill>
              <a:srgbClr val="00114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11A11B0-F3CF-AA43-9BB4-AEF79B6A0675}"/>
              </a:ext>
            </a:extLst>
          </p:cNvPr>
          <p:cNvCxnSpPr/>
          <p:nvPr userDrawn="1"/>
        </p:nvCxnSpPr>
        <p:spPr bwMode="auto">
          <a:xfrm>
            <a:off x="3048001" y="3429000"/>
            <a:ext cx="2857501" cy="0"/>
          </a:xfrm>
          <a:prstGeom prst="line">
            <a:avLst/>
          </a:prstGeom>
          <a:ln w="3175">
            <a:solidFill>
              <a:srgbClr val="00114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09AED25-D6FE-2A3E-C452-4F32D0A9F4D2}"/>
              </a:ext>
            </a:extLst>
          </p:cNvPr>
          <p:cNvSpPr txBox="1"/>
          <p:nvPr userDrawn="1"/>
        </p:nvSpPr>
        <p:spPr>
          <a:xfrm>
            <a:off x="381000" y="3810000"/>
            <a:ext cx="1905000" cy="1016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500"/>
              </a:spcBef>
            </a:pPr>
            <a:endParaRPr lang="en-US" sz="1500" err="1">
              <a:solidFill>
                <a:schemeClr val="tx1"/>
              </a:solidFill>
              <a:latin typeface="+mn-lt"/>
              <a:ea typeface="IBM Plex Sans" charset="0"/>
              <a:cs typeface="IBM Plex Sans" charset="0"/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CE1E8A20-C8D2-76A2-B504-EFCFC9471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3429000"/>
            <a:ext cx="2476500" cy="2438664"/>
          </a:xfrm>
        </p:spPr>
        <p:txBody>
          <a:bodyPr lIns="0" tIns="0" rIns="0" bIns="0"/>
          <a:lstStyle>
            <a:lvl1pPr marL="0" indent="0">
              <a:buNone/>
              <a:defRPr sz="1667">
                <a:solidFill>
                  <a:srgbClr val="001141"/>
                </a:solidFill>
              </a:defRPr>
            </a:lvl1pPr>
            <a:lvl2pPr marL="380909" indent="0">
              <a:buNone/>
              <a:defRPr sz="1167"/>
            </a:lvl2pPr>
            <a:lvl3pPr marL="761818" indent="0">
              <a:buNone/>
              <a:defRPr sz="1000"/>
            </a:lvl3pPr>
            <a:lvl4pPr marL="1142725" indent="0">
              <a:buNone/>
              <a:defRPr sz="833"/>
            </a:lvl4pPr>
            <a:lvl5pPr marL="1523634" indent="0">
              <a:buNone/>
              <a:defRPr sz="833"/>
            </a:lvl5pPr>
            <a:lvl6pPr marL="1904543" indent="0">
              <a:buNone/>
              <a:defRPr sz="833"/>
            </a:lvl6pPr>
            <a:lvl7pPr marL="2285452" indent="0">
              <a:buNone/>
              <a:defRPr sz="833"/>
            </a:lvl7pPr>
            <a:lvl8pPr marL="2666360" indent="0">
              <a:buNone/>
              <a:defRPr sz="833"/>
            </a:lvl8pPr>
            <a:lvl9pPr marL="3047268" indent="0">
              <a:buNone/>
              <a:defRPr sz="8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9C200C3-CDC3-6BEB-BD50-22DABF021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1" y="152402"/>
            <a:ext cx="2476497" cy="2285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167"/>
              </a:spcAft>
              <a:buNone/>
              <a:defRPr sz="833" b="0" i="0">
                <a:solidFill>
                  <a:srgbClr val="6F6F6F"/>
                </a:solidFill>
                <a:latin typeface="IBM Plex Sans Medm" panose="020B0503050203000203" pitchFamily="34" charset="0"/>
              </a:defRPr>
            </a:lvl1pPr>
            <a:lvl2pPr>
              <a:defRPr sz="667" b="0" i="0">
                <a:latin typeface="IBM Plex Sans Medm" panose="020B0503050203000203" pitchFamily="34" charset="0"/>
              </a:defRPr>
            </a:lvl2pPr>
            <a:lvl3pPr>
              <a:defRPr sz="667" b="0" i="0">
                <a:latin typeface="IBM Plex Sans Medm" panose="020B0503050203000203" pitchFamily="34" charset="0"/>
              </a:defRPr>
            </a:lvl3pPr>
            <a:lvl4pPr>
              <a:defRPr sz="667" b="0" i="0">
                <a:latin typeface="IBM Plex Sans Medm" panose="020B0503050203000203" pitchFamily="34" charset="0"/>
              </a:defRPr>
            </a:lvl4pPr>
            <a:lvl5pPr>
              <a:defRPr sz="667" b="0" i="0">
                <a:latin typeface="IBM Plex Sans Medm" panose="020B0503050203000203" pitchFamily="34" charset="0"/>
              </a:defRPr>
            </a:lvl5pPr>
          </a:lstStyle>
          <a:p>
            <a:pPr lvl="0"/>
            <a:r>
              <a:rPr lang="en-US"/>
              <a:t>Click to edit optional section header </a:t>
            </a:r>
          </a:p>
        </p:txBody>
      </p:sp>
    </p:spTree>
    <p:extLst>
      <p:ext uri="{BB962C8B-B14F-4D97-AF65-F5344CB8AC3E}">
        <p14:creationId xmlns:p14="http://schemas.microsoft.com/office/powerpoint/2010/main" val="2280559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32966" y="6505277"/>
            <a:ext cx="278923" cy="267380"/>
          </a:xfrm>
          <a:prstGeom prst="rect">
            <a:avLst/>
          </a:prstGeom>
        </p:spPr>
        <p:txBody>
          <a:bodyPr lIns="71437" tIns="71437" rIns="71437" bIns="71437" anchor="t"/>
          <a:lstStyle>
            <a:lvl1pPr>
              <a:defRPr>
                <a:solidFill>
                  <a:srgbClr val="4B5759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654" name="Title text"/>
          <p:cNvSpPr txBox="1">
            <a:spLocks noGrp="1"/>
          </p:cNvSpPr>
          <p:nvPr>
            <p:ph type="body" sz="quarter" idx="21"/>
          </p:nvPr>
        </p:nvSpPr>
        <p:spPr>
          <a:xfrm>
            <a:off x="573959" y="699500"/>
            <a:ext cx="9076230" cy="544379"/>
          </a:xfrm>
          <a:prstGeom prst="rect">
            <a:avLst/>
          </a:prstGeom>
        </p:spPr>
        <p:txBody>
          <a:bodyPr lIns="71437" tIns="71437" rIns="71437" bIns="71437">
            <a:spAutoFit/>
          </a:bodyPr>
          <a:lstStyle>
            <a:lvl1pPr marL="0" indent="0" defTabSz="292100">
              <a:lnSpc>
                <a:spcPct val="100000"/>
              </a:lnSpc>
              <a:spcBef>
                <a:spcPts val="0"/>
              </a:spcBef>
              <a:buSzTx/>
              <a:buNone/>
              <a:defRPr sz="2600" cap="all" spc="520"/>
            </a:lvl1pPr>
          </a:lstStyle>
          <a:p>
            <a:r>
              <a:t>Title text</a:t>
            </a:r>
          </a:p>
        </p:txBody>
      </p:sp>
      <p:sp>
        <p:nvSpPr>
          <p:cNvPr id="656" name="Line"/>
          <p:cNvSpPr/>
          <p:nvPr/>
        </p:nvSpPr>
        <p:spPr>
          <a:xfrm>
            <a:off x="2511128" y="387834"/>
            <a:ext cx="9100124" cy="0"/>
          </a:xfrm>
          <a:prstGeom prst="line">
            <a:avLst/>
          </a:prstGeom>
          <a:ln w="25400">
            <a:solidFill>
              <a:srgbClr val="0E61FF"/>
            </a:solidFill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000000"/>
                </a:solidFill>
              </a:defRPr>
            </a:pPr>
            <a:endParaRPr sz="1600"/>
          </a:p>
        </p:txBody>
      </p:sp>
      <p:sp>
        <p:nvSpPr>
          <p:cNvPr id="657" name="Title Text"/>
          <p:cNvSpPr txBox="1">
            <a:spLocks noGrp="1"/>
          </p:cNvSpPr>
          <p:nvPr>
            <p:ph type="body" sz="quarter" idx="22"/>
          </p:nvPr>
        </p:nvSpPr>
        <p:spPr>
          <a:xfrm>
            <a:off x="550069" y="215764"/>
            <a:ext cx="1961059" cy="304999"/>
          </a:xfrm>
          <a:prstGeom prst="rect">
            <a:avLst/>
          </a:prstGeom>
        </p:spPr>
        <p:txBody>
          <a:bodyPr lIns="71437" tIns="71437" rIns="71437" bIns="71437" anchor="b">
            <a:noAutofit/>
          </a:bodyPr>
          <a:lstStyle>
            <a:lvl1pPr marL="0" indent="0" defTabSz="292100">
              <a:lnSpc>
                <a:spcPct val="120000"/>
              </a:lnSpc>
              <a:spcBef>
                <a:spcPts val="0"/>
              </a:spcBef>
              <a:buSzTx/>
              <a:buNone/>
              <a:defRPr sz="1300" cap="all" spc="247">
                <a:solidFill>
                  <a:srgbClr val="D6B064"/>
                </a:solidFill>
              </a:defRPr>
            </a:lvl1pPr>
          </a:lstStyle>
          <a:p>
            <a:r>
              <a:t>Title Text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CB32AF-A1B4-DC4D-899C-5656DEF6504E}"/>
              </a:ext>
            </a:extLst>
          </p:cNvPr>
          <p:cNvGrpSpPr/>
          <p:nvPr userDrawn="1"/>
        </p:nvGrpSpPr>
        <p:grpSpPr>
          <a:xfrm>
            <a:off x="169840" y="6394786"/>
            <a:ext cx="2928891" cy="241092"/>
            <a:chOff x="339681" y="12789571"/>
            <a:chExt cx="5857782" cy="482184"/>
          </a:xfrm>
        </p:grpSpPr>
        <p:sp>
          <p:nvSpPr>
            <p:cNvPr id="6" name="Product Engineering">
              <a:extLst>
                <a:ext uri="{FF2B5EF4-FFF2-40B4-BE49-F238E27FC236}">
                  <a16:creationId xmlns:a16="http://schemas.microsoft.com/office/drawing/2014/main" id="{57A74310-4056-14DF-3463-E44850ED8DB6}"/>
                </a:ext>
              </a:extLst>
            </p:cNvPr>
            <p:cNvSpPr txBox="1"/>
            <p:nvPr/>
          </p:nvSpPr>
          <p:spPr>
            <a:xfrm>
              <a:off x="963591" y="12789571"/>
              <a:ext cx="5233872" cy="48218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spAutoFit/>
            </a:bodyPr>
            <a:lstStyle>
              <a:lvl1pPr algn="l" defTabSz="1219200">
                <a:defRPr sz="1800">
                  <a:solidFill>
                    <a:srgbClr val="262626"/>
                  </a:solidFill>
                </a:defRPr>
              </a:lvl1pPr>
            </a:lstStyle>
            <a:p>
              <a:r>
                <a:rPr sz="900"/>
                <a:t>Product Engineering</a:t>
              </a:r>
            </a:p>
          </p:txBody>
        </p:sp>
        <p:pic>
          <p:nvPicPr>
            <p:cNvPr id="7" name="image-asset.png" descr="image-asset.png">
              <a:extLst>
                <a:ext uri="{FF2B5EF4-FFF2-40B4-BE49-F238E27FC236}">
                  <a16:creationId xmlns:a16="http://schemas.microsoft.com/office/drawing/2014/main" id="{A0F478B9-60BC-046C-B55F-A9026368B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flipV="1">
              <a:off x="339681" y="12894921"/>
              <a:ext cx="459303" cy="359897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717250222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03250" y="537964"/>
            <a:ext cx="10985500" cy="362079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/>
            </a:lvl1pPr>
            <a:lvl2pPr marL="0" indent="22860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/>
            </a:lvl2pPr>
            <a:lvl3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/>
            </a:lvl3pPr>
            <a:lvl4pPr marL="0" indent="68580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/>
            </a:lvl4pPr>
            <a:lvl5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4131090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387985">
              <a:lnSpc>
                <a:spcPct val="100000"/>
              </a:lnSpc>
              <a:spcBef>
                <a:spcPts val="0"/>
              </a:spcBef>
              <a:buSzTx/>
              <a:buNone/>
              <a:defRPr sz="2585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3211697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62610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242B325-CB08-3B42-A051-BEAEF6D91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509" y="0"/>
            <a:ext cx="10848325" cy="922593"/>
          </a:xfrm>
          <a:prstGeom prst="rect">
            <a:avLst/>
          </a:prstGeom>
        </p:spPr>
        <p:txBody>
          <a:bodyPr vert="horz" lIns="89038" tIns="45718" rIns="89038" bIns="45718" rtlCol="0" anchor="ctr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32C90AA-8705-7345-95D0-28DD519255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3213" y="1133475"/>
            <a:ext cx="10944225" cy="4637088"/>
          </a:xfrm>
          <a:prstGeom prst="rect">
            <a:avLst/>
          </a:prstGeo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C6FC9D-8945-F13F-0851-EB534B8A65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2730" y="6544169"/>
            <a:ext cx="578930" cy="2154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5F0B31-7D2C-8C45-0A8B-961F9A981DFD}"/>
              </a:ext>
            </a:extLst>
          </p:cNvPr>
          <p:cNvSpPr txBox="1"/>
          <p:nvPr userDrawn="1"/>
        </p:nvSpPr>
        <p:spPr>
          <a:xfrm>
            <a:off x="260340" y="6544169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C9D4BB1-8EF0-469D-DF00-BF20CD18B4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7328" y="6590335"/>
            <a:ext cx="135436" cy="12311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0659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2, stats, 3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F9BA256B-1F5A-D2E2-1EA4-78E599825A4C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Confidential IBM Consulting 2024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E94B6D89-D916-C988-6DAD-D7EF34B4A17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37BA0B8-AF96-4B31-D99A-214976C701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83332" y="288036"/>
            <a:ext cx="5458702" cy="23464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1CF76917-5167-164C-AD62-F14DF14AE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696468"/>
            <a:ext cx="10025806" cy="1013460"/>
          </a:xfrm>
        </p:spPr>
        <p:txBody>
          <a:bodyPr/>
          <a:lstStyle>
            <a:lvl1pPr>
              <a:defRPr b="0" i="0"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A7F2767-B2C9-8525-CCD6-1B0BB4B522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3332" y="2355755"/>
            <a:ext cx="1837799" cy="423863"/>
          </a:xfrm>
        </p:spPr>
        <p:txBody>
          <a:bodyPr/>
          <a:lstStyle>
            <a:lvl1pPr>
              <a:defRPr sz="3199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D53DEF13-506B-7663-738D-23A5F1644E7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83332" y="2867819"/>
            <a:ext cx="3457915" cy="423863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endParaRPr lang="en-US"/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E0EEAD84-00A4-D22A-B3BD-BB0DF6A9BE1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83332" y="3553619"/>
            <a:ext cx="3457915" cy="2335117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0117EB8-A2FE-9B92-08AD-7DDBF5B95CA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25888" y="2355755"/>
            <a:ext cx="1837799" cy="423863"/>
          </a:xfrm>
        </p:spPr>
        <p:txBody>
          <a:bodyPr/>
          <a:lstStyle>
            <a:lvl1pPr>
              <a:defRPr sz="3199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CF083B86-D332-489C-8923-ED9D2F03BC0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325888" y="2867819"/>
            <a:ext cx="3457915" cy="423863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endParaRPr lang="en-US"/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6F240B37-503D-531C-D5DC-42682014D04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325888" y="3553619"/>
            <a:ext cx="3457915" cy="2335117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F4D4A9FD-15A6-1D42-0194-519696C14DD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76006" y="2355755"/>
            <a:ext cx="1837799" cy="423863"/>
          </a:xfrm>
        </p:spPr>
        <p:txBody>
          <a:bodyPr/>
          <a:lstStyle>
            <a:lvl1pPr>
              <a:defRPr sz="3199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1E370734-0E3F-8664-9BBB-CADA245DFE2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476006" y="2867819"/>
            <a:ext cx="3457915" cy="423863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endParaRPr lang="en-US"/>
          </a:p>
        </p:txBody>
      </p:sp>
      <p:sp>
        <p:nvSpPr>
          <p:cNvPr id="44" name="Text Placeholder 35">
            <a:extLst>
              <a:ext uri="{FF2B5EF4-FFF2-40B4-BE49-F238E27FC236}">
                <a16:creationId xmlns:a16="http://schemas.microsoft.com/office/drawing/2014/main" id="{5DC68F40-3ED9-92CA-E9F3-2D35C795590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476006" y="3553619"/>
            <a:ext cx="3457915" cy="2335117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62002003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1-L3, 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0007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8" name="Picture 7" descr="IBM 8-bar logo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166674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, 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379726"/>
          </a:xfrm>
        </p:spPr>
        <p:txBody>
          <a:bodyPr/>
          <a:lstStyle>
            <a:lvl1pPr>
              <a:lnSpc>
                <a:spcPct val="100000"/>
              </a:lnSpc>
              <a:defRPr sz="4299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98638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, 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4957"/>
            <a:ext cx="2474590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465FD-5286-4D6A-EE9F-A4A2CD2AF4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D57A1-E22F-188E-9482-1DD34885BE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96989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, 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049878" cy="5239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20" y="284956"/>
            <a:ext cx="5522193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9" name="Picture 8" descr="IBM 8-bar logo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95318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1, alt. 1/2 image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C97B9864-F496-F0DC-D611-229997ADB111}"/>
              </a:ext>
            </a:extLst>
          </p:cNvPr>
          <p:cNvSpPr/>
          <p:nvPr userDrawn="1"/>
        </p:nvSpPr>
        <p:spPr>
          <a:xfrm>
            <a:off x="0" y="3865424"/>
            <a:ext cx="12190413" cy="2992577"/>
          </a:xfrm>
          <a:prstGeom prst="rect">
            <a:avLst/>
          </a:prstGeom>
          <a:solidFill>
            <a:srgbClr val="EDF5FF"/>
          </a:solidFill>
          <a:ln w="12700">
            <a:miter lim="400000"/>
          </a:ln>
        </p:spPr>
        <p:txBody>
          <a:bodyPr tIns="45714" bIns="45714"/>
          <a:lstStyle/>
          <a:p>
            <a:pPr>
              <a:spcBef>
                <a:spcPts val="1050"/>
              </a:spcBef>
              <a:tabLst>
                <a:tab pos="1650670" algn="l"/>
              </a:tabLst>
              <a:defRPr sz="4400">
                <a:solidFill>
                  <a:schemeClr val="accent1"/>
                </a:solidFill>
                <a:latin typeface="IBM Plex Serif Light"/>
                <a:ea typeface="IBM Plex Serif Light"/>
                <a:cs typeface="IBM Plex Serif Light"/>
                <a:sym typeface="IBM Plex Serif Light"/>
              </a:defRPr>
            </a:pPr>
            <a:endParaRPr sz="220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4904B00B-1A3E-A436-5277-C2191A63D045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380707" y="286944"/>
            <a:ext cx="5811293" cy="6571056"/>
          </a:xfrm>
          <a:prstGeom prst="rect">
            <a:avLst/>
          </a:prstGeom>
          <a:solidFill>
            <a:srgbClr val="E0E0E0"/>
          </a:solidFill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C443104C-AFE3-DEAF-FD73-AA5CFBD6C2FB}"/>
              </a:ext>
            </a:extLst>
          </p:cNvPr>
          <p:cNvSpPr/>
          <p:nvPr userDrawn="1"/>
        </p:nvSpPr>
        <p:spPr>
          <a:xfrm flipV="1">
            <a:off x="-1" y="285769"/>
            <a:ext cx="12190414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CD931923-A786-CC0F-C2BB-188BC264BBE6}"/>
              </a:ext>
            </a:extLst>
          </p:cNvPr>
          <p:cNvSpPr/>
          <p:nvPr userDrawn="1"/>
        </p:nvSpPr>
        <p:spPr>
          <a:xfrm flipH="1">
            <a:off x="6380707" y="0"/>
            <a:ext cx="0" cy="6858000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466F3D3-8E11-DFCE-7346-5A09B6992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556790"/>
            <a:ext cx="5503979" cy="2857461"/>
          </a:xfrm>
        </p:spPr>
        <p:txBody>
          <a:bodyPr/>
          <a:lstStyle>
            <a:lvl1pPr>
              <a:defRPr sz="6499" b="0" i="0">
                <a:latin typeface="IBM Plex Sans Cond Light" panose="020B040605020300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EE0AC95-EBC0-5D55-46B4-8586F7F6A72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91269" y="4286250"/>
            <a:ext cx="4276962" cy="1141157"/>
          </a:xfrm>
        </p:spPr>
        <p:txBody>
          <a:bodyPr/>
          <a:lstStyle>
            <a:lvl1pPr>
              <a:defRPr sz="1400">
                <a:latin typeface="+mn-lt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21" name="Picture 20" descr="IBM 8-bar logo">
            <a:extLst>
              <a:ext uri="{FF2B5EF4-FFF2-40B4-BE49-F238E27FC236}">
                <a16:creationId xmlns:a16="http://schemas.microsoft.com/office/drawing/2014/main" id="{EE6A2A8A-1D8B-58AE-F3FA-E940D1348E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663206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1, 1/8 imagery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95D0547F-3B24-3EC0-AB84-74CBA4969A2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4513" y="4087127"/>
            <a:ext cx="5808979" cy="1910720"/>
          </a:xfrm>
          <a:prstGeom prst="rect">
            <a:avLst/>
          </a:prstGeom>
          <a:solidFill>
            <a:srgbClr val="E0E0E0"/>
          </a:solidFill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259ACD87-419B-9892-DA6B-48D2CCCCA925}"/>
              </a:ext>
            </a:extLst>
          </p:cNvPr>
          <p:cNvSpPr/>
          <p:nvPr userDrawn="1"/>
        </p:nvSpPr>
        <p:spPr>
          <a:xfrm flipV="1">
            <a:off x="-1" y="285769"/>
            <a:ext cx="12190414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1" name="Line">
            <a:extLst>
              <a:ext uri="{FF2B5EF4-FFF2-40B4-BE49-F238E27FC236}">
                <a16:creationId xmlns:a16="http://schemas.microsoft.com/office/drawing/2014/main" id="{CFCE365E-02A4-E251-3001-E895D49EC4D8}"/>
              </a:ext>
            </a:extLst>
          </p:cNvPr>
          <p:cNvSpPr/>
          <p:nvPr userDrawn="1"/>
        </p:nvSpPr>
        <p:spPr>
          <a:xfrm flipH="1">
            <a:off x="11902573" y="0"/>
            <a:ext cx="0" cy="6858000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2" name="Line">
            <a:extLst>
              <a:ext uri="{FF2B5EF4-FFF2-40B4-BE49-F238E27FC236}">
                <a16:creationId xmlns:a16="http://schemas.microsoft.com/office/drawing/2014/main" id="{5AEA0333-8503-C9BA-AC42-67CB4049F57B}"/>
              </a:ext>
            </a:extLst>
          </p:cNvPr>
          <p:cNvSpPr/>
          <p:nvPr userDrawn="1"/>
        </p:nvSpPr>
        <p:spPr>
          <a:xfrm>
            <a:off x="-1" y="5997848"/>
            <a:ext cx="12190414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9FE4937-0C95-332F-2763-FF56555F5B5D}"/>
              </a:ext>
            </a:extLst>
          </p:cNvPr>
          <p:cNvSpPr/>
          <p:nvPr userDrawn="1"/>
        </p:nvSpPr>
        <p:spPr>
          <a:xfrm>
            <a:off x="-1" y="4080147"/>
            <a:ext cx="12190414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B7A6631E-2B40-B178-ED15-FEDB349D77A2}"/>
              </a:ext>
            </a:extLst>
          </p:cNvPr>
          <p:cNvSpPr/>
          <p:nvPr userDrawn="1"/>
        </p:nvSpPr>
        <p:spPr>
          <a:xfrm flipH="1">
            <a:off x="6095206" y="0"/>
            <a:ext cx="1" cy="6858000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FA38DE6A-97CB-36AC-A38B-7F68F52B4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556959"/>
            <a:ext cx="5528303" cy="3251997"/>
          </a:xfrm>
        </p:spPr>
        <p:txBody>
          <a:bodyPr>
            <a:normAutofit/>
          </a:bodyPr>
          <a:lstStyle>
            <a:lvl1pPr>
              <a:defRPr sz="8598" b="0" i="0">
                <a:latin typeface="IBM Plex Sans Cond Light" panose="020B040605020300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D56435A-7F7A-AF2B-323A-4A9AD977B02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408031" y="556959"/>
            <a:ext cx="4288073" cy="201479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22" name="Picture 21" descr="IBM 8-bar logo">
            <a:extLst>
              <a:ext uri="{FF2B5EF4-FFF2-40B4-BE49-F238E27FC236}">
                <a16:creationId xmlns:a16="http://schemas.microsoft.com/office/drawing/2014/main" id="{8588D33C-F06C-8938-F975-A04B9D1786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423394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1, 1/4 imagery (right)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81F7CE98-26A9-9114-F6F2-7544D722C177}"/>
              </a:ext>
            </a:extLst>
          </p:cNvPr>
          <p:cNvSpPr>
            <a:spLocks noGrp="1"/>
          </p:cNvSpPr>
          <p:nvPr>
            <p:ph type="pic" sz="half" idx="21"/>
          </p:nvPr>
        </p:nvSpPr>
        <p:spPr>
          <a:xfrm>
            <a:off x="8848989" y="288257"/>
            <a:ext cx="3055554" cy="5712805"/>
          </a:xfrm>
          <a:prstGeom prst="rect">
            <a:avLst/>
          </a:prstGeom>
          <a:solidFill>
            <a:srgbClr val="E0E0E0"/>
          </a:solidFill>
        </p:spPr>
        <p:txBody>
          <a:bodyPr lIns="91439" tIns="45719" rIns="91439" bIns="45719"/>
          <a:lstStyle/>
          <a:p>
            <a:endParaRPr/>
          </a:p>
        </p:txBody>
      </p:sp>
      <p:grpSp>
        <p:nvGrpSpPr>
          <p:cNvPr id="4" name="Group">
            <a:extLst>
              <a:ext uri="{FF2B5EF4-FFF2-40B4-BE49-F238E27FC236}">
                <a16:creationId xmlns:a16="http://schemas.microsoft.com/office/drawing/2014/main" id="{8566DC95-53D8-B66C-6C75-90628C941DD0}"/>
              </a:ext>
            </a:extLst>
          </p:cNvPr>
          <p:cNvGrpSpPr/>
          <p:nvPr userDrawn="1"/>
        </p:nvGrpSpPr>
        <p:grpSpPr>
          <a:xfrm>
            <a:off x="0" y="285769"/>
            <a:ext cx="12190413" cy="5712079"/>
            <a:chOff x="0" y="-2867006"/>
            <a:chExt cx="24384000" cy="11424157"/>
          </a:xfrm>
        </p:grpSpPr>
        <p:sp>
          <p:nvSpPr>
            <p:cNvPr id="5" name="Line">
              <a:extLst>
                <a:ext uri="{FF2B5EF4-FFF2-40B4-BE49-F238E27FC236}">
                  <a16:creationId xmlns:a16="http://schemas.microsoft.com/office/drawing/2014/main" id="{6DB97A34-BA58-4C42-354C-3FBA2BC9ECC6}"/>
                </a:ext>
              </a:extLst>
            </p:cNvPr>
            <p:cNvSpPr/>
            <p:nvPr/>
          </p:nvSpPr>
          <p:spPr>
            <a:xfrm>
              <a:off x="0" y="-2867007"/>
              <a:ext cx="24384000" cy="1"/>
            </a:xfrm>
            <a:prstGeom prst="line">
              <a:avLst/>
            </a:prstGeom>
            <a:noFill/>
            <a:ln w="254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217">
                <a:defRPr sz="800">
                  <a:latin typeface="IBM Plex Sans"/>
                  <a:ea typeface="IBM Plex Sans"/>
                  <a:cs typeface="IBM Plex Sans"/>
                  <a:sym typeface="IBM Plex Sans"/>
                </a:defRPr>
              </a:pPr>
              <a:endParaRPr sz="400"/>
            </a:p>
          </p:txBody>
        </p:sp>
        <p:sp>
          <p:nvSpPr>
            <p:cNvPr id="6" name="Line">
              <a:extLst>
                <a:ext uri="{FF2B5EF4-FFF2-40B4-BE49-F238E27FC236}">
                  <a16:creationId xmlns:a16="http://schemas.microsoft.com/office/drawing/2014/main" id="{D3169E0F-E2F9-B1C7-491A-102620732FCB}"/>
                </a:ext>
              </a:extLst>
            </p:cNvPr>
            <p:cNvSpPr/>
            <p:nvPr/>
          </p:nvSpPr>
          <p:spPr>
            <a:xfrm>
              <a:off x="0" y="8557150"/>
              <a:ext cx="24384000" cy="1"/>
            </a:xfrm>
            <a:prstGeom prst="line">
              <a:avLst/>
            </a:prstGeom>
            <a:noFill/>
            <a:ln w="254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217">
                <a:defRPr sz="800">
                  <a:latin typeface="IBM Plex Sans"/>
                  <a:ea typeface="IBM Plex Sans"/>
                  <a:cs typeface="IBM Plex Sans"/>
                  <a:sym typeface="IBM Plex Sans"/>
                </a:defRPr>
              </a:pPr>
              <a:endParaRPr sz="400"/>
            </a:p>
          </p:txBody>
        </p:sp>
      </p:grpSp>
      <p:grpSp>
        <p:nvGrpSpPr>
          <p:cNvPr id="7" name="Group">
            <a:extLst>
              <a:ext uri="{FF2B5EF4-FFF2-40B4-BE49-F238E27FC236}">
                <a16:creationId xmlns:a16="http://schemas.microsoft.com/office/drawing/2014/main" id="{FF4B533C-3BAA-E962-C61C-0CB01150856C}"/>
              </a:ext>
            </a:extLst>
          </p:cNvPr>
          <p:cNvGrpSpPr/>
          <p:nvPr userDrawn="1"/>
        </p:nvGrpSpPr>
        <p:grpSpPr>
          <a:xfrm>
            <a:off x="8847692" y="0"/>
            <a:ext cx="3054881" cy="6858000"/>
            <a:chOff x="0" y="0"/>
            <a:chExt cx="6110556" cy="13716000"/>
          </a:xfrm>
        </p:grpSpPr>
        <p:sp>
          <p:nvSpPr>
            <p:cNvPr id="8" name="Line">
              <a:extLst>
                <a:ext uri="{FF2B5EF4-FFF2-40B4-BE49-F238E27FC236}">
                  <a16:creationId xmlns:a16="http://schemas.microsoft.com/office/drawing/2014/main" id="{E1453406-EE2E-0449-CE21-D04D8A6C7C3C}"/>
                </a:ext>
              </a:extLst>
            </p:cNvPr>
            <p:cNvSpPr/>
            <p:nvPr/>
          </p:nvSpPr>
          <p:spPr>
            <a:xfrm flipH="1">
              <a:off x="-1" y="0"/>
              <a:ext cx="2" cy="13716000"/>
            </a:xfrm>
            <a:prstGeom prst="line">
              <a:avLst/>
            </a:prstGeom>
            <a:noFill/>
            <a:ln w="254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217">
                <a:defRPr sz="800">
                  <a:latin typeface="IBM Plex Sans"/>
                  <a:ea typeface="IBM Plex Sans"/>
                  <a:cs typeface="IBM Plex Sans"/>
                  <a:sym typeface="IBM Plex Sans"/>
                </a:defRPr>
              </a:pPr>
              <a:endParaRPr sz="400"/>
            </a:p>
          </p:txBody>
        </p:sp>
        <p:sp>
          <p:nvSpPr>
            <p:cNvPr id="9" name="Line">
              <a:extLst>
                <a:ext uri="{FF2B5EF4-FFF2-40B4-BE49-F238E27FC236}">
                  <a16:creationId xmlns:a16="http://schemas.microsoft.com/office/drawing/2014/main" id="{375F518A-E6D8-8AF9-A6AE-FE441F35F436}"/>
                </a:ext>
              </a:extLst>
            </p:cNvPr>
            <p:cNvSpPr/>
            <p:nvPr/>
          </p:nvSpPr>
          <p:spPr>
            <a:xfrm flipH="1">
              <a:off x="6110556" y="0"/>
              <a:ext cx="1" cy="13716000"/>
            </a:xfrm>
            <a:prstGeom prst="line">
              <a:avLst/>
            </a:prstGeom>
            <a:noFill/>
            <a:ln w="254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217">
                <a:defRPr sz="800">
                  <a:latin typeface="IBM Plex Sans"/>
                  <a:ea typeface="IBM Plex Sans"/>
                  <a:cs typeface="IBM Plex Sans"/>
                  <a:sym typeface="IBM Plex Sans"/>
                </a:defRPr>
              </a:pPr>
              <a:endParaRPr sz="400"/>
            </a:p>
          </p:txBody>
        </p:sp>
      </p:grpSp>
      <p:sp>
        <p:nvSpPr>
          <p:cNvPr id="22" name="Title 21">
            <a:extLst>
              <a:ext uri="{FF2B5EF4-FFF2-40B4-BE49-F238E27FC236}">
                <a16:creationId xmlns:a16="http://schemas.microsoft.com/office/drawing/2014/main" id="{B986BCCD-B2F8-52FB-E0A7-1FF7244FB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556959"/>
            <a:ext cx="7094260" cy="3728524"/>
          </a:xfrm>
        </p:spPr>
        <p:txBody>
          <a:bodyPr>
            <a:normAutofit/>
          </a:bodyPr>
          <a:lstStyle>
            <a:lvl1pPr>
              <a:defRPr sz="8598" b="0" i="0">
                <a:latin typeface="IBM Plex Sans Cond Light" panose="020B040605020300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D0DC2D4-9675-F3E8-DE55-19D5C7DD38F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52364" y="4745242"/>
            <a:ext cx="4217438" cy="937171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25" name="Picture 24" descr="IBM 8-bar logo">
            <a:extLst>
              <a:ext uri="{FF2B5EF4-FFF2-40B4-BE49-F238E27FC236}">
                <a16:creationId xmlns:a16="http://schemas.microsoft.com/office/drawing/2014/main" id="{074DC1F5-8638-4A4B-2466-9F6D74F38C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965405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, 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6" y="282575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BF1D8-87E4-5A70-CF0B-9149152642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632861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1, 3/4 video or imagery (lef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45AEBE9-9655-29BA-9168-CA979D19C75E}"/>
              </a:ext>
            </a:extLst>
          </p:cNvPr>
          <p:cNvSpPr/>
          <p:nvPr userDrawn="1"/>
        </p:nvSpPr>
        <p:spPr>
          <a:xfrm>
            <a:off x="2763657" y="2103241"/>
            <a:ext cx="9430229" cy="4754759"/>
          </a:xfrm>
          <a:prstGeom prst="rect">
            <a:avLst/>
          </a:prstGeom>
          <a:solidFill>
            <a:srgbClr val="F4F4F4"/>
          </a:solidFill>
          <a:ln w="12700">
            <a:miter lim="400000"/>
          </a:ln>
        </p:spPr>
        <p:txBody>
          <a:bodyPr tIns="45714" bIns="45714"/>
          <a:lstStyle/>
          <a:p>
            <a:pPr>
              <a:spcBef>
                <a:spcPts val="1050"/>
              </a:spcBef>
              <a:tabLst>
                <a:tab pos="1650670" algn="l"/>
              </a:tabLst>
              <a:defRPr sz="4400">
                <a:solidFill>
                  <a:schemeClr val="accent1"/>
                </a:solidFill>
                <a:latin typeface="IBM Plex Serif Light"/>
                <a:ea typeface="IBM Plex Serif Light"/>
                <a:cs typeface="IBM Plex Serif Light"/>
                <a:sym typeface="IBM Plex Serif Light"/>
              </a:defRPr>
            </a:pPr>
            <a:endParaRPr sz="220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70B085F-167F-87C8-3A65-D9369A6D24EC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286792" y="286945"/>
            <a:ext cx="8574346" cy="4857609"/>
          </a:xfrm>
          <a:prstGeom prst="rect">
            <a:avLst/>
          </a:prstGeom>
          <a:solidFill>
            <a:srgbClr val="E0E0E0"/>
          </a:solidFill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EBDF71EE-F42E-687A-2310-8ABCC904EF8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777717" y="6357780"/>
            <a:ext cx="126983" cy="246221"/>
          </a:xfrm>
          <a:prstGeom prst="rect">
            <a:avLst/>
          </a:prstGeom>
        </p:spPr>
        <p:txBody>
          <a:bodyPr wrap="square"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D935116-0D25-5CB9-6F79-FFC4523096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3604" y="3055404"/>
            <a:ext cx="2792049" cy="2089151"/>
          </a:xfrm>
        </p:spPr>
        <p:txBody>
          <a:bodyPr anchor="b"/>
          <a:lstStyle>
            <a:lvl1pPr>
              <a:defRPr b="0" i="0">
                <a:latin typeface="IBM Plex Sans Cond Medm" panose="020B0506050203000203" pitchFamily="34" charset="77"/>
              </a:defRPr>
            </a:lvl1pPr>
            <a:lvl2pPr>
              <a:defRPr b="0" i="0">
                <a:latin typeface="IBM Plex Sans Cond Medm" panose="020B0506050203000203" pitchFamily="34" charset="77"/>
              </a:defRPr>
            </a:lvl2pPr>
            <a:lvl3pPr>
              <a:defRPr b="0" i="0">
                <a:latin typeface="IBM Plex Sans Cond Medm" panose="020B0506050203000203" pitchFamily="34" charset="77"/>
              </a:defRPr>
            </a:lvl3pPr>
            <a:lvl4pPr>
              <a:defRPr b="0" i="0">
                <a:latin typeface="IBM Plex Sans Cond Medm" panose="020B0506050203000203" pitchFamily="34" charset="77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17" name="Picture 16" descr="IBM 8-bar logo">
            <a:extLst>
              <a:ext uri="{FF2B5EF4-FFF2-40B4-BE49-F238E27FC236}">
                <a16:creationId xmlns:a16="http://schemas.microsoft.com/office/drawing/2014/main" id="{4869C58F-E99F-63ED-70FA-9C0F0A1242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42972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1, 1/8 imagery (text)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B622163-FF90-4B15-8082-9ACF48EFBC5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82001" y="2561142"/>
            <a:ext cx="7620282" cy="1724600"/>
          </a:xfrm>
          <a:prstGeom prst="rect">
            <a:avLst/>
          </a:prstGeom>
          <a:solidFill>
            <a:srgbClr val="E0E0E0"/>
          </a:solidFill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71A22302-1A30-5007-3089-9B154AF09B59}"/>
              </a:ext>
            </a:extLst>
          </p:cNvPr>
          <p:cNvSpPr/>
          <p:nvPr userDrawn="1"/>
        </p:nvSpPr>
        <p:spPr>
          <a:xfrm flipH="1">
            <a:off x="4570791" y="2584355"/>
            <a:ext cx="0" cy="4285959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BF49B7FE-2295-B3A4-6D5C-360721792862}"/>
              </a:ext>
            </a:extLst>
          </p:cNvPr>
          <p:cNvSpPr/>
          <p:nvPr userDrawn="1"/>
        </p:nvSpPr>
        <p:spPr>
          <a:xfrm>
            <a:off x="4564242" y="4286986"/>
            <a:ext cx="7837923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942424CB-AE8E-2FC9-2894-0921E57D0094}"/>
              </a:ext>
            </a:extLst>
          </p:cNvPr>
          <p:cNvSpPr/>
          <p:nvPr userDrawn="1"/>
        </p:nvSpPr>
        <p:spPr>
          <a:xfrm>
            <a:off x="-1" y="2565427"/>
            <a:ext cx="12190414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3868748-9AE4-1F1D-F954-EB2C7EEE7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7979461" cy="2010402"/>
          </a:xfrm>
        </p:spPr>
        <p:txBody>
          <a:bodyPr>
            <a:normAutofit/>
          </a:bodyPr>
          <a:lstStyle>
            <a:lvl1pPr>
              <a:defRPr sz="6499" b="0" i="0">
                <a:latin typeface="IBM Plex Sans Cond Light" panose="020B040605020300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7552124-2113-FB41-1107-5BE1C53D796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84919" y="2828131"/>
            <a:ext cx="3932519" cy="298143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B1EC02E-5920-2207-9E6C-37B6EA70E6B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923784" y="4617359"/>
            <a:ext cx="6917424" cy="1192214"/>
          </a:xfrm>
        </p:spPr>
        <p:txBody>
          <a:bodyPr>
            <a:normAutofit/>
          </a:bodyPr>
          <a:lstStyle>
            <a:lvl1pPr>
              <a:defRPr sz="2200" b="0" i="0">
                <a:latin typeface="IBM Plex Sans Cond Light" panose="020B0406050203000203" pitchFamily="34" charset="77"/>
              </a:defRPr>
            </a:lvl1pPr>
            <a:lvl2pPr>
              <a:defRPr sz="2200" b="0" i="0">
                <a:latin typeface="IBM Plex Sans Cond Light" panose="020B0406050203000203" pitchFamily="34" charset="77"/>
              </a:defRPr>
            </a:lvl2pPr>
            <a:lvl3pPr>
              <a:defRPr sz="2200" b="0" i="0">
                <a:latin typeface="IBM Plex Sans Cond Light" panose="020B0406050203000203" pitchFamily="34" charset="77"/>
              </a:defRPr>
            </a:lvl3pPr>
            <a:lvl4pPr>
              <a:defRPr sz="2200" b="0" i="0">
                <a:latin typeface="IBM Plex Sans Cond Light" panose="020B0406050203000203" pitchFamily="34" charset="77"/>
              </a:defRPr>
            </a:lvl4pPr>
            <a:lvl5pPr>
              <a:defRPr sz="2200" b="0" i="0">
                <a:latin typeface="IBM Plex Sans Cond Light" panose="020B040605020300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E3CA66-43D9-8C45-BD96-65D2C75A39B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3" name="Picture 22" descr="IBM 8-bar logo">
            <a:extLst>
              <a:ext uri="{FF2B5EF4-FFF2-40B4-BE49-F238E27FC236}">
                <a16:creationId xmlns:a16="http://schemas.microsoft.com/office/drawing/2014/main" id="{ADEFE438-D3EB-8E80-DE07-EE55BC9AAD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332310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1, alt. large text, gradient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ottom Layer.png" descr="Bottom Layer.png">
            <a:extLst>
              <a:ext uri="{FF2B5EF4-FFF2-40B4-BE49-F238E27FC236}">
                <a16:creationId xmlns:a16="http://schemas.microsoft.com/office/drawing/2014/main" id="{6EA5CE74-9A18-972B-2C8E-7C29DC406357}"/>
              </a:ext>
            </a:extLst>
          </p:cNvPr>
          <p:cNvPicPr>
            <a:picLocks/>
          </p:cNvPicPr>
          <p:nvPr userDrawn="1"/>
        </p:nvPicPr>
        <p:blipFill>
          <a:blip r:embed="rId2"/>
          <a:srcRect t="34244" b="34244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Line">
            <a:extLst>
              <a:ext uri="{FF2B5EF4-FFF2-40B4-BE49-F238E27FC236}">
                <a16:creationId xmlns:a16="http://schemas.microsoft.com/office/drawing/2014/main" id="{71C78566-E66F-7A2E-A671-7DD94F8BAF07}"/>
              </a:ext>
            </a:extLst>
          </p:cNvPr>
          <p:cNvSpPr/>
          <p:nvPr userDrawn="1"/>
        </p:nvSpPr>
        <p:spPr>
          <a:xfrm flipV="1">
            <a:off x="11902573" y="-2390"/>
            <a:ext cx="0" cy="6860397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>
              <a:spcBef>
                <a:spcPts val="1050"/>
              </a:spcBef>
              <a:tabLst>
                <a:tab pos="1650670" algn="l"/>
              </a:tabLst>
              <a:defRPr sz="4400">
                <a:solidFill>
                  <a:schemeClr val="accent1"/>
                </a:solidFill>
                <a:latin typeface="IBM Plex Serif Light"/>
                <a:ea typeface="IBM Plex Serif Light"/>
                <a:cs typeface="IBM Plex Serif Light"/>
                <a:sym typeface="IBM Plex Serif Light"/>
              </a:defRPr>
            </a:pPr>
            <a:endParaRPr sz="2200"/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C0D31EBA-8C13-9CCB-F83D-1538949A634F}"/>
              </a:ext>
            </a:extLst>
          </p:cNvPr>
          <p:cNvSpPr/>
          <p:nvPr userDrawn="1"/>
        </p:nvSpPr>
        <p:spPr>
          <a:xfrm flipV="1">
            <a:off x="3049865" y="-2390"/>
            <a:ext cx="0" cy="6860397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>
              <a:spcBef>
                <a:spcPts val="1050"/>
              </a:spcBef>
              <a:tabLst>
                <a:tab pos="1650670" algn="l"/>
              </a:tabLst>
              <a:defRPr sz="4400">
                <a:solidFill>
                  <a:schemeClr val="accent1"/>
                </a:solidFill>
                <a:latin typeface="IBM Plex Serif Light"/>
                <a:ea typeface="IBM Plex Serif Light"/>
                <a:cs typeface="IBM Plex Serif Light"/>
                <a:sym typeface="IBM Plex Serif Light"/>
              </a:defRPr>
            </a:pPr>
            <a:endParaRPr sz="2200"/>
          </a:p>
        </p:txBody>
      </p:sp>
      <p:sp>
        <p:nvSpPr>
          <p:cNvPr id="11" name="Line">
            <a:extLst>
              <a:ext uri="{FF2B5EF4-FFF2-40B4-BE49-F238E27FC236}">
                <a16:creationId xmlns:a16="http://schemas.microsoft.com/office/drawing/2014/main" id="{05CAA027-A828-4755-F8BE-608C9B6C8F34}"/>
              </a:ext>
            </a:extLst>
          </p:cNvPr>
          <p:cNvSpPr/>
          <p:nvPr userDrawn="1"/>
        </p:nvSpPr>
        <p:spPr>
          <a:xfrm>
            <a:off x="0" y="5997848"/>
            <a:ext cx="12190413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>
              <a:spcBef>
                <a:spcPts val="1050"/>
              </a:spcBef>
              <a:tabLst>
                <a:tab pos="1650670" algn="l"/>
              </a:tabLst>
              <a:defRPr sz="4400">
                <a:solidFill>
                  <a:schemeClr val="accent1"/>
                </a:solidFill>
                <a:latin typeface="IBM Plex Serif Light"/>
                <a:ea typeface="IBM Plex Serif Light"/>
                <a:cs typeface="IBM Plex Serif Light"/>
                <a:sym typeface="IBM Plex Serif Light"/>
              </a:defRPr>
            </a:pPr>
            <a:endParaRPr sz="2200"/>
          </a:p>
        </p:txBody>
      </p:sp>
      <p:pic>
        <p:nvPicPr>
          <p:cNvPr id="12" name="Overlay Layer.png" descr="Overlay Layer.png">
            <a:extLst>
              <a:ext uri="{FF2B5EF4-FFF2-40B4-BE49-F238E27FC236}">
                <a16:creationId xmlns:a16="http://schemas.microsoft.com/office/drawing/2014/main" id="{91575678-CF4E-B82F-50D0-42C63C879C48}"/>
              </a:ext>
            </a:extLst>
          </p:cNvPr>
          <p:cNvPicPr>
            <a:picLocks/>
          </p:cNvPicPr>
          <p:nvPr userDrawn="1"/>
        </p:nvPicPr>
        <p:blipFill>
          <a:blip r:embed="rId3"/>
          <a:srcRect t="34244" b="34244"/>
          <a:stretch>
            <a:fillRect/>
          </a:stretch>
        </p:blipFill>
        <p:spPr>
          <a:xfrm>
            <a:off x="0" y="-5560"/>
            <a:ext cx="12190413" cy="685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pasted-image-white.pdf" descr="pasted-image-white.pdf">
            <a:extLst>
              <a:ext uri="{FF2B5EF4-FFF2-40B4-BE49-F238E27FC236}">
                <a16:creationId xmlns:a16="http://schemas.microsoft.com/office/drawing/2014/main" id="{9D8D6281-7D78-DB9F-E4AA-9BE711841B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5014" y="6269033"/>
            <a:ext cx="816781" cy="304809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itle 18">
            <a:extLst>
              <a:ext uri="{FF2B5EF4-FFF2-40B4-BE49-F238E27FC236}">
                <a16:creationId xmlns:a16="http://schemas.microsoft.com/office/drawing/2014/main" id="{CB8A52F6-3E2A-E9AF-4AB5-131CF8D70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858" y="288035"/>
            <a:ext cx="7707968" cy="4977137"/>
          </a:xfrm>
        </p:spPr>
        <p:txBody>
          <a:bodyPr/>
          <a:lstStyle>
            <a:lvl1pPr>
              <a:defRPr sz="5399" b="0" i="0">
                <a:solidFill>
                  <a:schemeClr val="bg1"/>
                </a:solidFill>
                <a:latin typeface="IBM Plex Sans Cond Light" panose="020B040605020300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8EFCD2D2-08CD-67DA-979C-0C9E592C980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4920" y="252412"/>
            <a:ext cx="2484114" cy="1694657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935479506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1, large text, gray10 bkg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556959"/>
            <a:ext cx="8569797" cy="4095750"/>
          </a:xfrm>
        </p:spPr>
        <p:txBody>
          <a:bodyPr/>
          <a:lstStyle>
            <a:lvl1pPr>
              <a:defRPr sz="8598" b="0" i="0">
                <a:solidFill>
                  <a:schemeClr val="tx2"/>
                </a:solidFill>
                <a:latin typeface="IBM Plex Sans Cond Light" panose="020B040605020300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537EDD26-9CD5-628B-EE51-46EF34B3B3A0}"/>
              </a:ext>
            </a:extLst>
          </p:cNvPr>
          <p:cNvSpPr/>
          <p:nvPr userDrawn="1"/>
        </p:nvSpPr>
        <p:spPr>
          <a:xfrm flipV="1">
            <a:off x="-1" y="285769"/>
            <a:ext cx="12190414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2B350F1D-6811-6BA0-162F-3AB3B3A199E2}"/>
              </a:ext>
            </a:extLst>
          </p:cNvPr>
          <p:cNvSpPr/>
          <p:nvPr userDrawn="1"/>
        </p:nvSpPr>
        <p:spPr>
          <a:xfrm>
            <a:off x="-1" y="5997848"/>
            <a:ext cx="12190414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15230888-727D-696E-22C4-0CFC4E89AF6D}"/>
              </a:ext>
            </a:extLst>
          </p:cNvPr>
          <p:cNvSpPr/>
          <p:nvPr userDrawn="1"/>
        </p:nvSpPr>
        <p:spPr>
          <a:xfrm flipH="1">
            <a:off x="11902573" y="0"/>
            <a:ext cx="0" cy="6858000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F2100626-AA9A-EE72-BD8F-E2457EB5AC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014" y="6269038"/>
            <a:ext cx="816781" cy="3048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2724735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1, large text,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ottom Layer.png" descr="Bottom Layer.png">
            <a:extLst>
              <a:ext uri="{FF2B5EF4-FFF2-40B4-BE49-F238E27FC236}">
                <a16:creationId xmlns:a16="http://schemas.microsoft.com/office/drawing/2014/main" id="{18F19E6A-A8E9-B290-7218-B6181C28247C}"/>
              </a:ext>
            </a:extLst>
          </p:cNvPr>
          <p:cNvPicPr>
            <a:picLocks/>
          </p:cNvPicPr>
          <p:nvPr userDrawn="1"/>
        </p:nvPicPr>
        <p:blipFill>
          <a:blip r:embed="rId2"/>
          <a:srcRect t="34244" b="34244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Line">
            <a:extLst>
              <a:ext uri="{FF2B5EF4-FFF2-40B4-BE49-F238E27FC236}">
                <a16:creationId xmlns:a16="http://schemas.microsoft.com/office/drawing/2014/main" id="{77A00C2D-4C19-F53E-81E3-59D4E393D5C9}"/>
              </a:ext>
            </a:extLst>
          </p:cNvPr>
          <p:cNvSpPr/>
          <p:nvPr userDrawn="1"/>
        </p:nvSpPr>
        <p:spPr>
          <a:xfrm flipV="1">
            <a:off x="11902573" y="-2390"/>
            <a:ext cx="0" cy="6860397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>
              <a:spcBef>
                <a:spcPts val="1050"/>
              </a:spcBef>
              <a:tabLst>
                <a:tab pos="1650670" algn="l"/>
              </a:tabLst>
              <a:defRPr sz="4400">
                <a:solidFill>
                  <a:schemeClr val="accent1"/>
                </a:solidFill>
                <a:latin typeface="IBM Plex Serif Light"/>
                <a:ea typeface="IBM Plex Serif Light"/>
                <a:cs typeface="IBM Plex Serif Light"/>
                <a:sym typeface="IBM Plex Serif Light"/>
              </a:defRPr>
            </a:pPr>
            <a:endParaRPr sz="2200"/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C3B95657-A979-8F3B-CF9B-790ACA2B6D51}"/>
              </a:ext>
            </a:extLst>
          </p:cNvPr>
          <p:cNvSpPr/>
          <p:nvPr userDrawn="1"/>
        </p:nvSpPr>
        <p:spPr>
          <a:xfrm>
            <a:off x="0" y="285769"/>
            <a:ext cx="12190413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>
              <a:spcBef>
                <a:spcPts val="1050"/>
              </a:spcBef>
              <a:tabLst>
                <a:tab pos="1650670" algn="l"/>
              </a:tabLst>
              <a:defRPr sz="4400">
                <a:solidFill>
                  <a:schemeClr val="accent1"/>
                </a:solidFill>
                <a:latin typeface="IBM Plex Serif Light"/>
                <a:ea typeface="IBM Plex Serif Light"/>
                <a:cs typeface="IBM Plex Serif Light"/>
                <a:sym typeface="IBM Plex Serif Light"/>
              </a:defRPr>
            </a:pPr>
            <a:endParaRPr sz="2200"/>
          </a:p>
        </p:txBody>
      </p:sp>
      <p:pic>
        <p:nvPicPr>
          <p:cNvPr id="10" name="Overlay Layer.png" descr="Overlay Layer.png">
            <a:extLst>
              <a:ext uri="{FF2B5EF4-FFF2-40B4-BE49-F238E27FC236}">
                <a16:creationId xmlns:a16="http://schemas.microsoft.com/office/drawing/2014/main" id="{9BC1F092-337A-261A-474B-F44F8A536840}"/>
              </a:ext>
            </a:extLst>
          </p:cNvPr>
          <p:cNvPicPr>
            <a:picLocks/>
          </p:cNvPicPr>
          <p:nvPr userDrawn="1"/>
        </p:nvPicPr>
        <p:blipFill>
          <a:blip r:embed="rId3"/>
          <a:srcRect t="34244" b="34244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pasted-image-white.pdf" descr="pasted-image-white.pdf">
            <a:extLst>
              <a:ext uri="{FF2B5EF4-FFF2-40B4-BE49-F238E27FC236}">
                <a16:creationId xmlns:a16="http://schemas.microsoft.com/office/drawing/2014/main" id="{F6FD10BE-FF38-8CDF-8E32-14609E29A83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5014" y="6269033"/>
            <a:ext cx="816781" cy="304809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556959"/>
            <a:ext cx="8569797" cy="4095750"/>
          </a:xfrm>
        </p:spPr>
        <p:txBody>
          <a:bodyPr/>
          <a:lstStyle>
            <a:lvl1pPr>
              <a:defRPr sz="8598" b="0" i="0">
                <a:solidFill>
                  <a:schemeClr val="bg1"/>
                </a:solidFill>
                <a:latin typeface="IBM Plex Sans Cond Light" panose="020B040605020300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1643079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1, text, 1 wide column, gray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">
            <a:extLst>
              <a:ext uri="{FF2B5EF4-FFF2-40B4-BE49-F238E27FC236}">
                <a16:creationId xmlns:a16="http://schemas.microsoft.com/office/drawing/2014/main" id="{12AEC359-7415-B136-8B65-46C938A9A071}"/>
              </a:ext>
            </a:extLst>
          </p:cNvPr>
          <p:cNvSpPr/>
          <p:nvPr userDrawn="1"/>
        </p:nvSpPr>
        <p:spPr>
          <a:xfrm flipV="1">
            <a:off x="-1" y="285769"/>
            <a:ext cx="12190414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F03540AB-4320-CF94-16C2-4D53759E2901}"/>
              </a:ext>
            </a:extLst>
          </p:cNvPr>
          <p:cNvSpPr/>
          <p:nvPr userDrawn="1"/>
        </p:nvSpPr>
        <p:spPr>
          <a:xfrm>
            <a:off x="-1" y="5997848"/>
            <a:ext cx="12190414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2" name="Line">
            <a:extLst>
              <a:ext uri="{FF2B5EF4-FFF2-40B4-BE49-F238E27FC236}">
                <a16:creationId xmlns:a16="http://schemas.microsoft.com/office/drawing/2014/main" id="{A8A23502-08A7-C559-F572-019AAC0F27B1}"/>
              </a:ext>
            </a:extLst>
          </p:cNvPr>
          <p:cNvSpPr/>
          <p:nvPr userDrawn="1"/>
        </p:nvSpPr>
        <p:spPr>
          <a:xfrm flipV="1">
            <a:off x="11902573" y="-2390"/>
            <a:ext cx="0" cy="6860397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>
              <a:spcBef>
                <a:spcPts val="1050"/>
              </a:spcBef>
              <a:tabLst>
                <a:tab pos="1650670" algn="l"/>
              </a:tabLst>
              <a:defRPr sz="4400">
                <a:solidFill>
                  <a:schemeClr val="accent1"/>
                </a:solidFill>
                <a:latin typeface="IBM Plex Serif Light"/>
                <a:ea typeface="IBM Plex Serif Light"/>
                <a:cs typeface="IBM Plex Serif Light"/>
                <a:sym typeface="IBM Plex Serif Light"/>
              </a:defRPr>
            </a:pPr>
            <a:endParaRPr sz="2200"/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D1851597-F06B-F21C-4078-8D154D78E056}"/>
              </a:ext>
            </a:extLst>
          </p:cNvPr>
          <p:cNvSpPr/>
          <p:nvPr userDrawn="1"/>
        </p:nvSpPr>
        <p:spPr>
          <a:xfrm flipV="1">
            <a:off x="5205231" y="-2390"/>
            <a:ext cx="0" cy="6860397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>
              <a:spcBef>
                <a:spcPts val="1050"/>
              </a:spcBef>
              <a:tabLst>
                <a:tab pos="1650670" algn="l"/>
              </a:tabLst>
              <a:defRPr sz="4400">
                <a:solidFill>
                  <a:schemeClr val="accent1"/>
                </a:solidFill>
                <a:latin typeface="IBM Plex Serif Light"/>
                <a:ea typeface="IBM Plex Serif Light"/>
                <a:cs typeface="IBM Plex Serif Light"/>
                <a:sym typeface="IBM Plex Serif Light"/>
              </a:defRPr>
            </a:pPr>
            <a:endParaRPr sz="2200"/>
          </a:p>
        </p:txBody>
      </p:sp>
      <p:pic>
        <p:nvPicPr>
          <p:cNvPr id="14" name="Image" descr="Image">
            <a:extLst>
              <a:ext uri="{FF2B5EF4-FFF2-40B4-BE49-F238E27FC236}">
                <a16:creationId xmlns:a16="http://schemas.microsoft.com/office/drawing/2014/main" id="{504C6FAF-3AE2-750F-FC7C-F8DF63081B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014" y="6269038"/>
            <a:ext cx="816781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A4D1DB7E-6D66-EE42-083B-C5ADDA174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541482"/>
            <a:ext cx="4629391" cy="4596205"/>
          </a:xfrm>
        </p:spPr>
        <p:txBody>
          <a:bodyPr/>
          <a:lstStyle>
            <a:lvl1pPr>
              <a:defRPr sz="6499" b="0" i="0">
                <a:latin typeface="IBM Plex Sans Cond Light" panose="020B040605020300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2A8D9EB-DCE5-75FF-6F20-AFBB9EF930F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33304" y="541338"/>
            <a:ext cx="5939652" cy="5185569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73820083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1, text, 1 wide column,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ottom Layer5.png" descr="Bottom Layer5.png">
            <a:extLst>
              <a:ext uri="{FF2B5EF4-FFF2-40B4-BE49-F238E27FC236}">
                <a16:creationId xmlns:a16="http://schemas.microsoft.com/office/drawing/2014/main" id="{6306F734-5AB3-5B66-53C4-B07AC9FCDC26}"/>
              </a:ext>
            </a:extLst>
          </p:cNvPr>
          <p:cNvPicPr>
            <a:picLocks/>
          </p:cNvPicPr>
          <p:nvPr userDrawn="1"/>
        </p:nvPicPr>
        <p:blipFill>
          <a:blip r:embed="rId2"/>
          <a:srcRect t="21875" b="21875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Line">
            <a:extLst>
              <a:ext uri="{FF2B5EF4-FFF2-40B4-BE49-F238E27FC236}">
                <a16:creationId xmlns:a16="http://schemas.microsoft.com/office/drawing/2014/main" id="{5D8E7BB3-2FC7-75B9-0BAB-F8AD1BE15098}"/>
              </a:ext>
            </a:extLst>
          </p:cNvPr>
          <p:cNvSpPr/>
          <p:nvPr userDrawn="1"/>
        </p:nvSpPr>
        <p:spPr>
          <a:xfrm flipV="1">
            <a:off x="11902573" y="-2390"/>
            <a:ext cx="0" cy="6860397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>
              <a:spcBef>
                <a:spcPts val="1050"/>
              </a:spcBef>
              <a:tabLst>
                <a:tab pos="1650670" algn="l"/>
              </a:tabLst>
              <a:defRPr sz="4400">
                <a:solidFill>
                  <a:schemeClr val="accent1"/>
                </a:solidFill>
                <a:latin typeface="IBM Plex Serif Light"/>
                <a:ea typeface="IBM Plex Serif Light"/>
                <a:cs typeface="IBM Plex Serif Light"/>
                <a:sym typeface="IBM Plex Serif Light"/>
              </a:defRPr>
            </a:pPr>
            <a:endParaRPr sz="2200"/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FAD58683-1A06-7C3E-57BA-4D108DF69896}"/>
              </a:ext>
            </a:extLst>
          </p:cNvPr>
          <p:cNvSpPr/>
          <p:nvPr userDrawn="1"/>
        </p:nvSpPr>
        <p:spPr>
          <a:xfrm flipV="1">
            <a:off x="0" y="285750"/>
            <a:ext cx="12190413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>
              <a:spcBef>
                <a:spcPts val="1050"/>
              </a:spcBef>
              <a:tabLst>
                <a:tab pos="1650670" algn="l"/>
              </a:tabLst>
              <a:defRPr sz="4400">
                <a:solidFill>
                  <a:schemeClr val="accent1"/>
                </a:solidFill>
                <a:latin typeface="IBM Plex Serif Light"/>
                <a:ea typeface="IBM Plex Serif Light"/>
                <a:cs typeface="IBM Plex Serif Light"/>
                <a:sym typeface="IBM Plex Serif Light"/>
              </a:defRPr>
            </a:pPr>
            <a:endParaRPr sz="2200"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466CE912-3DF1-D225-34E7-D7444F089718}"/>
              </a:ext>
            </a:extLst>
          </p:cNvPr>
          <p:cNvSpPr/>
          <p:nvPr userDrawn="1"/>
        </p:nvSpPr>
        <p:spPr>
          <a:xfrm flipV="1">
            <a:off x="5205231" y="-2390"/>
            <a:ext cx="0" cy="6860397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>
              <a:spcBef>
                <a:spcPts val="1050"/>
              </a:spcBef>
              <a:tabLst>
                <a:tab pos="1650670" algn="l"/>
              </a:tabLst>
              <a:defRPr sz="4400">
                <a:solidFill>
                  <a:schemeClr val="accent1"/>
                </a:solidFill>
                <a:latin typeface="IBM Plex Serif Light"/>
                <a:ea typeface="IBM Plex Serif Light"/>
                <a:cs typeface="IBM Plex Serif Light"/>
                <a:sym typeface="IBM Plex Serif Light"/>
              </a:defRPr>
            </a:pPr>
            <a:endParaRPr sz="2200"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9B6BA185-A679-C206-95F9-631CAFBF9CF6}"/>
              </a:ext>
            </a:extLst>
          </p:cNvPr>
          <p:cNvSpPr/>
          <p:nvPr userDrawn="1"/>
        </p:nvSpPr>
        <p:spPr>
          <a:xfrm>
            <a:off x="0" y="5997848"/>
            <a:ext cx="12190413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>
              <a:spcBef>
                <a:spcPts val="1050"/>
              </a:spcBef>
              <a:tabLst>
                <a:tab pos="1650670" algn="l"/>
              </a:tabLst>
              <a:defRPr sz="4400">
                <a:solidFill>
                  <a:schemeClr val="accent1"/>
                </a:solidFill>
                <a:latin typeface="IBM Plex Serif Light"/>
                <a:ea typeface="IBM Plex Serif Light"/>
                <a:cs typeface="IBM Plex Serif Light"/>
                <a:sym typeface="IBM Plex Serif Light"/>
              </a:defRPr>
            </a:pPr>
            <a:endParaRPr sz="2200"/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73CCB1DD-282A-EB7B-B7B4-0A75184B3E78}"/>
              </a:ext>
            </a:extLst>
          </p:cNvPr>
          <p:cNvSpPr/>
          <p:nvPr userDrawn="1"/>
        </p:nvSpPr>
        <p:spPr>
          <a:xfrm flipV="1">
            <a:off x="-1" y="285769"/>
            <a:ext cx="12190414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79550F51-BB41-29B4-7754-0EBACE350A25}"/>
              </a:ext>
            </a:extLst>
          </p:cNvPr>
          <p:cNvSpPr/>
          <p:nvPr userDrawn="1"/>
        </p:nvSpPr>
        <p:spPr>
          <a:xfrm>
            <a:off x="-1" y="5997848"/>
            <a:ext cx="12190414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1" name="Line">
            <a:extLst>
              <a:ext uri="{FF2B5EF4-FFF2-40B4-BE49-F238E27FC236}">
                <a16:creationId xmlns:a16="http://schemas.microsoft.com/office/drawing/2014/main" id="{B26B1BDB-2464-83DD-52FE-26219511AEAA}"/>
              </a:ext>
            </a:extLst>
          </p:cNvPr>
          <p:cNvSpPr/>
          <p:nvPr userDrawn="1"/>
        </p:nvSpPr>
        <p:spPr>
          <a:xfrm flipV="1">
            <a:off x="11902573" y="-2390"/>
            <a:ext cx="0" cy="6860397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>
              <a:spcBef>
                <a:spcPts val="1050"/>
              </a:spcBef>
              <a:tabLst>
                <a:tab pos="1650670" algn="l"/>
              </a:tabLst>
              <a:defRPr sz="4400">
                <a:solidFill>
                  <a:schemeClr val="accent1"/>
                </a:solidFill>
                <a:latin typeface="IBM Plex Serif Light"/>
                <a:ea typeface="IBM Plex Serif Light"/>
                <a:cs typeface="IBM Plex Serif Light"/>
                <a:sym typeface="IBM Plex Serif Light"/>
              </a:defRPr>
            </a:pPr>
            <a:endParaRPr sz="2200"/>
          </a:p>
        </p:txBody>
      </p:sp>
      <p:sp>
        <p:nvSpPr>
          <p:cNvPr id="15" name="Line">
            <a:extLst>
              <a:ext uri="{FF2B5EF4-FFF2-40B4-BE49-F238E27FC236}">
                <a16:creationId xmlns:a16="http://schemas.microsoft.com/office/drawing/2014/main" id="{1C99FC0B-A92C-3D32-C581-4FAF89E3CCDE}"/>
              </a:ext>
            </a:extLst>
          </p:cNvPr>
          <p:cNvSpPr/>
          <p:nvPr userDrawn="1"/>
        </p:nvSpPr>
        <p:spPr>
          <a:xfrm flipV="1">
            <a:off x="5205231" y="-2390"/>
            <a:ext cx="0" cy="6860397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>
              <a:spcBef>
                <a:spcPts val="1050"/>
              </a:spcBef>
              <a:tabLst>
                <a:tab pos="1650670" algn="l"/>
              </a:tabLst>
              <a:defRPr sz="4400">
                <a:solidFill>
                  <a:schemeClr val="accent1"/>
                </a:solidFill>
                <a:latin typeface="IBM Plex Serif Light"/>
                <a:ea typeface="IBM Plex Serif Light"/>
                <a:cs typeface="IBM Plex Serif Light"/>
                <a:sym typeface="IBM Plex Serif Light"/>
              </a:defRPr>
            </a:pPr>
            <a:endParaRPr sz="2200"/>
          </a:p>
        </p:txBody>
      </p:sp>
      <p:pic>
        <p:nvPicPr>
          <p:cNvPr id="16" name="Overlay Layer.png" descr="Overlay Layer.png">
            <a:extLst>
              <a:ext uri="{FF2B5EF4-FFF2-40B4-BE49-F238E27FC236}">
                <a16:creationId xmlns:a16="http://schemas.microsoft.com/office/drawing/2014/main" id="{B8525488-858F-99A4-574F-C1F7A7EEE5AD}"/>
              </a:ext>
            </a:extLst>
          </p:cNvPr>
          <p:cNvPicPr>
            <a:picLocks/>
          </p:cNvPicPr>
          <p:nvPr userDrawn="1"/>
        </p:nvPicPr>
        <p:blipFill>
          <a:blip r:embed="rId3"/>
          <a:srcRect t="34244" b="34244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pasted-image-white.pdf" descr="pasted-image-white.pdf">
            <a:extLst>
              <a:ext uri="{FF2B5EF4-FFF2-40B4-BE49-F238E27FC236}">
                <a16:creationId xmlns:a16="http://schemas.microsoft.com/office/drawing/2014/main" id="{414E2E68-A340-DD42-DE0E-BEF0A5D9D14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5014" y="6269033"/>
            <a:ext cx="816781" cy="304809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ne">
            <a:extLst>
              <a:ext uri="{FF2B5EF4-FFF2-40B4-BE49-F238E27FC236}">
                <a16:creationId xmlns:a16="http://schemas.microsoft.com/office/drawing/2014/main" id="{12AEC359-7415-B136-8B65-46C938A9A071}"/>
              </a:ext>
            </a:extLst>
          </p:cNvPr>
          <p:cNvSpPr/>
          <p:nvPr userDrawn="1"/>
        </p:nvSpPr>
        <p:spPr>
          <a:xfrm flipV="1">
            <a:off x="-1" y="285769"/>
            <a:ext cx="12190414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F03540AB-4320-CF94-16C2-4D53759E2901}"/>
              </a:ext>
            </a:extLst>
          </p:cNvPr>
          <p:cNvSpPr/>
          <p:nvPr userDrawn="1"/>
        </p:nvSpPr>
        <p:spPr>
          <a:xfrm>
            <a:off x="-1" y="5997848"/>
            <a:ext cx="12190414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2" name="Line">
            <a:extLst>
              <a:ext uri="{FF2B5EF4-FFF2-40B4-BE49-F238E27FC236}">
                <a16:creationId xmlns:a16="http://schemas.microsoft.com/office/drawing/2014/main" id="{A8A23502-08A7-C559-F572-019AAC0F27B1}"/>
              </a:ext>
            </a:extLst>
          </p:cNvPr>
          <p:cNvSpPr/>
          <p:nvPr userDrawn="1"/>
        </p:nvSpPr>
        <p:spPr>
          <a:xfrm flipV="1">
            <a:off x="11902573" y="-2390"/>
            <a:ext cx="0" cy="6860397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>
              <a:spcBef>
                <a:spcPts val="1050"/>
              </a:spcBef>
              <a:tabLst>
                <a:tab pos="1650670" algn="l"/>
              </a:tabLst>
              <a:defRPr sz="4400">
                <a:solidFill>
                  <a:schemeClr val="accent1"/>
                </a:solidFill>
                <a:latin typeface="IBM Plex Serif Light"/>
                <a:ea typeface="IBM Plex Serif Light"/>
                <a:cs typeface="IBM Plex Serif Light"/>
                <a:sym typeface="IBM Plex Serif Light"/>
              </a:defRPr>
            </a:pPr>
            <a:endParaRPr sz="2200"/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D1851597-F06B-F21C-4078-8D154D78E056}"/>
              </a:ext>
            </a:extLst>
          </p:cNvPr>
          <p:cNvSpPr/>
          <p:nvPr userDrawn="1"/>
        </p:nvSpPr>
        <p:spPr>
          <a:xfrm flipV="1">
            <a:off x="5205231" y="-2390"/>
            <a:ext cx="0" cy="6860397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>
              <a:spcBef>
                <a:spcPts val="1050"/>
              </a:spcBef>
              <a:tabLst>
                <a:tab pos="1650670" algn="l"/>
              </a:tabLst>
              <a:defRPr sz="4400">
                <a:solidFill>
                  <a:schemeClr val="accent1"/>
                </a:solidFill>
                <a:latin typeface="IBM Plex Serif Light"/>
                <a:ea typeface="IBM Plex Serif Light"/>
                <a:cs typeface="IBM Plex Serif Light"/>
                <a:sym typeface="IBM Plex Serif Light"/>
              </a:defRPr>
            </a:pPr>
            <a:endParaRPr sz="220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A4D1DB7E-6D66-EE42-083B-C5ADDA174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541482"/>
            <a:ext cx="4629391" cy="4596205"/>
          </a:xfrm>
        </p:spPr>
        <p:txBody>
          <a:bodyPr/>
          <a:lstStyle>
            <a:lvl1pPr>
              <a:defRPr sz="6499" b="0" i="0">
                <a:solidFill>
                  <a:schemeClr val="bg1"/>
                </a:solidFill>
                <a:latin typeface="IBM Plex Sans Cond Light" panose="020B040605020300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2A8D9EB-DCE5-75FF-6F20-AFBB9EF930F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33304" y="541338"/>
            <a:ext cx="5939652" cy="518556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90564286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1, alt. data (lrg sta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B0D34D5E-A8FE-FDBB-3763-51B214A2804E}"/>
              </a:ext>
            </a:extLst>
          </p:cNvPr>
          <p:cNvSpPr>
            <a:spLocks noGrp="1"/>
          </p:cNvSpPr>
          <p:nvPr>
            <p:ph type="pic" sz="half" idx="21"/>
          </p:nvPr>
        </p:nvSpPr>
        <p:spPr>
          <a:xfrm>
            <a:off x="3326025" y="858533"/>
            <a:ext cx="5528017" cy="5139315"/>
          </a:xfrm>
          <a:prstGeom prst="rect">
            <a:avLst/>
          </a:prstGeom>
          <a:solidFill>
            <a:srgbClr val="E0E0E0"/>
          </a:solidFill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EA766C1-8D91-D7BD-5C0B-3201DD89F24A}"/>
              </a:ext>
            </a:extLst>
          </p:cNvPr>
          <p:cNvSpPr/>
          <p:nvPr userDrawn="1"/>
        </p:nvSpPr>
        <p:spPr>
          <a:xfrm>
            <a:off x="0" y="858534"/>
            <a:ext cx="12222839" cy="0"/>
          </a:xfrm>
          <a:prstGeom prst="line">
            <a:avLst/>
          </a:prstGeom>
          <a:noFill/>
          <a:ln w="25400" cap="flat">
            <a:solidFill>
              <a:srgbClr val="DDDDDD"/>
            </a:solidFill>
            <a:prstDash val="solid"/>
            <a:round/>
          </a:ln>
          <a:effectLst/>
        </p:spPr>
        <p:txBody>
          <a:bodyPr wrap="square" lIns="22857" tIns="22857" rIns="22857" bIns="22857" numCol="1" anchor="t">
            <a:noAutofit/>
          </a:bodyPr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01492480-7EA2-A059-765F-BD112B67FF40}"/>
              </a:ext>
            </a:extLst>
          </p:cNvPr>
          <p:cNvSpPr/>
          <p:nvPr userDrawn="1"/>
        </p:nvSpPr>
        <p:spPr>
          <a:xfrm>
            <a:off x="0" y="5997848"/>
            <a:ext cx="12192000" cy="0"/>
          </a:xfrm>
          <a:prstGeom prst="line">
            <a:avLst/>
          </a:prstGeom>
          <a:noFill/>
          <a:ln w="25400" cap="flat">
            <a:solidFill>
              <a:srgbClr val="DDDDDD"/>
            </a:solidFill>
            <a:prstDash val="solid"/>
            <a:round/>
          </a:ln>
          <a:effectLst/>
        </p:spPr>
        <p:txBody>
          <a:bodyPr wrap="square" lIns="22857" tIns="22857" rIns="22857" bIns="22857" numCol="1" anchor="t">
            <a:noAutofit/>
          </a:bodyPr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24" name="Line">
            <a:extLst>
              <a:ext uri="{FF2B5EF4-FFF2-40B4-BE49-F238E27FC236}">
                <a16:creationId xmlns:a16="http://schemas.microsoft.com/office/drawing/2014/main" id="{F4C669AE-8F3F-A02E-8EC3-F7C80DF01010}"/>
              </a:ext>
            </a:extLst>
          </p:cNvPr>
          <p:cNvSpPr/>
          <p:nvPr userDrawn="1"/>
        </p:nvSpPr>
        <p:spPr>
          <a:xfrm flipH="1">
            <a:off x="3336054" y="0"/>
            <a:ext cx="0" cy="6858000"/>
          </a:xfrm>
          <a:prstGeom prst="line">
            <a:avLst/>
          </a:prstGeom>
          <a:noFill/>
          <a:ln w="25400" cap="flat">
            <a:solidFill>
              <a:srgbClr val="DDDDDD"/>
            </a:solidFill>
            <a:prstDash val="solid"/>
            <a:round/>
          </a:ln>
          <a:effectLst/>
        </p:spPr>
        <p:txBody>
          <a:bodyPr wrap="square" lIns="22857" tIns="22857" rIns="22857" bIns="22857" numCol="1" anchor="t">
            <a:noAutofit/>
          </a:bodyPr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25" name="Line">
            <a:extLst>
              <a:ext uri="{FF2B5EF4-FFF2-40B4-BE49-F238E27FC236}">
                <a16:creationId xmlns:a16="http://schemas.microsoft.com/office/drawing/2014/main" id="{2E113F93-C9D0-F87D-AEB9-49F9DFCCDD09}"/>
              </a:ext>
            </a:extLst>
          </p:cNvPr>
          <p:cNvSpPr/>
          <p:nvPr userDrawn="1"/>
        </p:nvSpPr>
        <p:spPr>
          <a:xfrm flipH="1">
            <a:off x="8854042" y="0"/>
            <a:ext cx="0" cy="6858000"/>
          </a:xfrm>
          <a:prstGeom prst="line">
            <a:avLst/>
          </a:prstGeom>
          <a:noFill/>
          <a:ln w="25400" cap="flat">
            <a:solidFill>
              <a:srgbClr val="DDDDDD"/>
            </a:solidFill>
            <a:prstDash val="solid"/>
            <a:round/>
          </a:ln>
          <a:effectLst/>
        </p:spPr>
        <p:txBody>
          <a:bodyPr wrap="square" lIns="22857" tIns="22857" rIns="22857" bIns="22857" numCol="1" anchor="t">
            <a:noAutofit/>
          </a:bodyPr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5A9262D0-B06C-B40E-A148-BD75AC738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200701"/>
            <a:ext cx="2661295" cy="1913129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304FF1D0-C9B6-F04D-BD52-7C5DA9F8387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20388" y="3113747"/>
            <a:ext cx="2658671" cy="1110971"/>
          </a:xfrm>
        </p:spPr>
        <p:txBody>
          <a:bodyPr/>
          <a:lstStyle>
            <a:lvl1pPr>
              <a:defRPr sz="8598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B1F373D-BD01-DCE1-22F3-317D9228BE8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220403" y="4379119"/>
            <a:ext cx="2658320" cy="542131"/>
          </a:xfrm>
        </p:spPr>
        <p:txBody>
          <a:bodyPr>
            <a:normAutofit/>
          </a:bodyPr>
          <a:lstStyle>
            <a:lvl1pPr>
              <a:defRPr>
                <a:solidFill>
                  <a:srgbClr val="0F62FE"/>
                </a:solidFill>
              </a:defRPr>
            </a:lvl1pPr>
            <a:lvl2pPr>
              <a:defRPr>
                <a:solidFill>
                  <a:srgbClr val="0F62FE"/>
                </a:solidFill>
              </a:defRPr>
            </a:lvl2pPr>
            <a:lvl3pPr>
              <a:defRPr>
                <a:solidFill>
                  <a:srgbClr val="0F62FE"/>
                </a:solidFill>
              </a:defRPr>
            </a:lvl3pPr>
            <a:lvl4pPr>
              <a:defRPr>
                <a:solidFill>
                  <a:srgbClr val="0F62FE"/>
                </a:solidFill>
              </a:defRPr>
            </a:lvl4pPr>
            <a:lvl5pPr>
              <a:defRPr>
                <a:solidFill>
                  <a:srgbClr val="0F62FE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A2FA9F15-CE3A-74E7-3D3A-349F992A116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220403" y="5065845"/>
            <a:ext cx="2658320" cy="701910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>
                <a:solidFill>
                  <a:schemeClr val="tx1"/>
                </a:solidFill>
                <a:latin typeface="+mn-lt"/>
              </a:defRPr>
            </a:lvl2pPr>
            <a:lvl3pPr>
              <a:defRPr sz="1200">
                <a:solidFill>
                  <a:schemeClr val="tx1"/>
                </a:solidFill>
                <a:latin typeface="+mn-lt"/>
              </a:defRPr>
            </a:lvl3pPr>
            <a:lvl4pPr>
              <a:defRPr sz="1200">
                <a:solidFill>
                  <a:schemeClr val="tx1"/>
                </a:solidFill>
                <a:latin typeface="+mn-lt"/>
              </a:defRPr>
            </a:lvl4pPr>
            <a:lvl5pPr>
              <a:defRPr sz="12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0" name="Slide Number Placeholder 49">
            <a:extLst>
              <a:ext uri="{FF2B5EF4-FFF2-40B4-BE49-F238E27FC236}">
                <a16:creationId xmlns:a16="http://schemas.microsoft.com/office/drawing/2014/main" id="{DDC625E4-1E33-A1EE-B150-FA5207D3125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1" name="Picture 50" descr="IBM 8-bar logo">
            <a:extLst>
              <a:ext uri="{FF2B5EF4-FFF2-40B4-BE49-F238E27FC236}">
                <a16:creationId xmlns:a16="http://schemas.microsoft.com/office/drawing/2014/main" id="{1245BDE7-ACD8-9E8B-5739-060333CC14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04592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1, video or imagery, 1/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387BBE5-50B6-668A-0DD2-5EE6A408CB82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380919" y="284956"/>
            <a:ext cx="5523781" cy="6287294"/>
          </a:xfrm>
          <a:prstGeom prst="rect">
            <a:avLst/>
          </a:prstGeom>
          <a:solidFill>
            <a:srgbClr val="E0E0E0"/>
          </a:solidFill>
        </p:spPr>
        <p:txBody>
          <a:bodyPr lIns="91439" tIns="45719" rIns="91439" bIns="45719"/>
          <a:lstStyle/>
          <a:p>
            <a:endParaRPr dirty="0"/>
          </a:p>
        </p:txBody>
      </p:sp>
      <p:sp>
        <p:nvSpPr>
          <p:cNvPr id="3" name="Straight Connector 15">
            <a:extLst>
              <a:ext uri="{FF2B5EF4-FFF2-40B4-BE49-F238E27FC236}">
                <a16:creationId xmlns:a16="http://schemas.microsoft.com/office/drawing/2014/main" id="{4367ED1D-9874-F1E9-4B31-E7DE857AF6E2}"/>
              </a:ext>
            </a:extLst>
          </p:cNvPr>
          <p:cNvSpPr/>
          <p:nvPr userDrawn="1"/>
        </p:nvSpPr>
        <p:spPr>
          <a:xfrm>
            <a:off x="284125" y="2767361"/>
            <a:ext cx="5517546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457109">
              <a:defRPr sz="2400"/>
            </a:pPr>
            <a:endParaRPr sz="1200"/>
          </a:p>
        </p:txBody>
      </p:sp>
      <p:sp>
        <p:nvSpPr>
          <p:cNvPr id="9" name="Title 45">
            <a:extLst>
              <a:ext uri="{FF2B5EF4-FFF2-40B4-BE49-F238E27FC236}">
                <a16:creationId xmlns:a16="http://schemas.microsoft.com/office/drawing/2014/main" id="{85AECEE7-BAF3-901A-2DC8-A661C2339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5523082" cy="1047468"/>
          </a:xfrm>
        </p:spPr>
        <p:txBody>
          <a:bodyPr/>
          <a:lstStyle>
            <a:lvl1pPr>
              <a:defRPr sz="22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1D65B236-3A90-B4CA-882B-949E41E9F47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93649" y="1694657"/>
            <a:ext cx="2472210" cy="87868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986B940-9BE4-ADEE-D456-6A5DD13240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84126" y="2921794"/>
            <a:ext cx="2481733" cy="2889250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DE301FF-4F4E-93EA-EB16-93C97149EB5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327719" y="2921794"/>
            <a:ext cx="2481733" cy="2889250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15" name="Picture 14" descr="IBM 8-bar logo">
            <a:extLst>
              <a:ext uri="{FF2B5EF4-FFF2-40B4-BE49-F238E27FC236}">
                <a16:creationId xmlns:a16="http://schemas.microsoft.com/office/drawing/2014/main" id="{76125B4E-637D-5ED6-2AE3-88D857AAF6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705714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1, video or imagery inset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D379BF3F-F028-1AF2-8EF9-20FEF5991A9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1040861" y="311544"/>
            <a:ext cx="10108061" cy="5683251"/>
          </a:xfrm>
          <a:prstGeom prst="rect">
            <a:avLst/>
          </a:prstGeom>
          <a:solidFill>
            <a:srgbClr val="E0E0E0"/>
          </a:solidFill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495B06B7-80C8-8F6F-E876-FCB9E64FF018}"/>
              </a:ext>
            </a:extLst>
          </p:cNvPr>
          <p:cNvSpPr/>
          <p:nvPr userDrawn="1"/>
        </p:nvSpPr>
        <p:spPr>
          <a:xfrm>
            <a:off x="0" y="311169"/>
            <a:ext cx="12190413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533E01FC-1656-2D3A-405D-7E64DA75E863}"/>
              </a:ext>
            </a:extLst>
          </p:cNvPr>
          <p:cNvSpPr/>
          <p:nvPr userDrawn="1"/>
        </p:nvSpPr>
        <p:spPr>
          <a:xfrm flipH="1">
            <a:off x="11148922" y="0"/>
            <a:ext cx="0" cy="6858000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8FE62143-4D37-245C-9798-99E1DA7944DA}"/>
              </a:ext>
            </a:extLst>
          </p:cNvPr>
          <p:cNvSpPr/>
          <p:nvPr userDrawn="1"/>
        </p:nvSpPr>
        <p:spPr>
          <a:xfrm flipH="1">
            <a:off x="1040861" y="0"/>
            <a:ext cx="0" cy="6858000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1" name="Group">
            <a:extLst>
              <a:ext uri="{FF2B5EF4-FFF2-40B4-BE49-F238E27FC236}">
                <a16:creationId xmlns:a16="http://schemas.microsoft.com/office/drawing/2014/main" id="{44ECB53A-47A6-29E8-6F55-BF6D2D937FA2}"/>
              </a:ext>
            </a:extLst>
          </p:cNvPr>
          <p:cNvSpPr/>
          <p:nvPr userDrawn="1"/>
        </p:nvSpPr>
        <p:spPr>
          <a:xfrm>
            <a:off x="0" y="5997848"/>
            <a:ext cx="12190413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8BBDFCF-E4E5-546A-065B-D7E496EF135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19527" y="6119019"/>
            <a:ext cx="6343115" cy="469900"/>
          </a:xfrm>
        </p:spPr>
        <p:txBody>
          <a:bodyPr/>
          <a:lstStyle>
            <a:lvl1pPr algn="r">
              <a:defRPr sz="1400"/>
            </a:lvl1pPr>
            <a:lvl2pPr algn="r">
              <a:defRPr sz="1400"/>
            </a:lvl2pPr>
            <a:lvl3pPr algn="r">
              <a:defRPr sz="1400"/>
            </a:lvl3pPr>
            <a:lvl4pPr algn="r">
              <a:defRPr sz="1400"/>
            </a:lvl4pPr>
            <a:lvl5pPr algn="r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069336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1, collage imagery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>
            <a:extLst>
              <a:ext uri="{FF2B5EF4-FFF2-40B4-BE49-F238E27FC236}">
                <a16:creationId xmlns:a16="http://schemas.microsoft.com/office/drawing/2014/main" id="{BAE1571E-C016-5AAB-2046-A5345BBC51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014" y="6269038"/>
            <a:ext cx="816781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A99C3649-E058-1398-0EBB-54DE5943634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-7576" y="2946693"/>
            <a:ext cx="3052032" cy="3049911"/>
          </a:xfrm>
          <a:prstGeom prst="rect">
            <a:avLst/>
          </a:prstGeom>
          <a:solidFill>
            <a:srgbClr val="E0E0E0"/>
          </a:solidFill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52849548-6069-A5A2-9CE8-4A4E8A808C9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50280" y="-18259"/>
            <a:ext cx="3045720" cy="2964952"/>
          </a:xfrm>
          <a:prstGeom prst="rect">
            <a:avLst/>
          </a:prstGeom>
          <a:solidFill>
            <a:srgbClr val="E0E0E0"/>
          </a:solidFill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3FEA221-9158-984C-442A-60526B8B691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090808" y="-14380"/>
            <a:ext cx="3050131" cy="2964952"/>
          </a:xfrm>
          <a:prstGeom prst="rect">
            <a:avLst/>
          </a:prstGeom>
          <a:solidFill>
            <a:srgbClr val="E0E0E0"/>
          </a:solidFill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2CA62CD9-D2E6-4E28-1539-0282ED98649C}"/>
              </a:ext>
            </a:extLst>
          </p:cNvPr>
          <p:cNvSpPr>
            <a:spLocks noGrp="1"/>
          </p:cNvSpPr>
          <p:nvPr>
            <p:ph type="pic" sz="half" idx="24"/>
          </p:nvPr>
        </p:nvSpPr>
        <p:spPr>
          <a:xfrm>
            <a:off x="6090808" y="2948582"/>
            <a:ext cx="6101193" cy="3048022"/>
          </a:xfrm>
          <a:prstGeom prst="rect">
            <a:avLst/>
          </a:prstGeom>
          <a:solidFill>
            <a:srgbClr val="E0E0E0"/>
          </a:solidFill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0B23ED4-B324-6F77-59B1-F1B8383E76F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57207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, 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C2EAA3-3B77-F155-6D11-F243C98F7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99B40-3D28-68BE-49C0-ED293B30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498529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, 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10312"/>
            <a:ext cx="7330121" cy="4858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A79E8C3-B580-B5DD-A04D-0D84D1B81F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C5DCCF5-F182-F1DA-190E-ABE5B95B5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661421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, 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B344AA-4A14-76A1-15EE-D383D7658E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0A328-A231-E350-A754-459353502B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60045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, 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2096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, legal disclaimer, 2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254776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2890A48-438C-51CB-BD53-CABB7D7CBFB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A00D15-681E-0B8A-BF28-FBB075CBD12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07636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1-L3, 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89A6CAC-AF0D-6B2A-FDE7-B2BEED09E05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-50793" y="-38100"/>
            <a:ext cx="12261281" cy="6903720"/>
            <a:chOff x="0" y="-11636"/>
            <a:chExt cx="24384001" cy="13727636"/>
          </a:xfrm>
        </p:grpSpPr>
        <p:pic>
          <p:nvPicPr>
            <p:cNvPr id="8" name="Bottom Layer5.png" descr="Bottom Layer5.png">
              <a:extLst>
                <a:ext uri="{FF2B5EF4-FFF2-40B4-BE49-F238E27FC236}">
                  <a16:creationId xmlns:a16="http://schemas.microsoft.com/office/drawing/2014/main" id="{D5412F63-1526-A418-0AD9-5EAD89B0E6DF}"/>
                </a:ext>
              </a:extLst>
            </p:cNvPr>
            <p:cNvPicPr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-1"/>
              <a:ext cx="24384000" cy="1371600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9" name="Overlay Layer9.png" descr="Overlay Layer9.png">
              <a:extLst>
                <a:ext uri="{FF2B5EF4-FFF2-40B4-BE49-F238E27FC236}">
                  <a16:creationId xmlns:a16="http://schemas.microsoft.com/office/drawing/2014/main" id="{D2084D05-E5D9-B8AB-1CE5-09B3631A42D0}"/>
                </a:ext>
              </a:extLst>
            </p:cNvPr>
            <p:cNvPicPr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-11636"/>
              <a:ext cx="24384001" cy="13716001"/>
            </a:xfrm>
            <a:prstGeom prst="rect">
              <a:avLst/>
            </a:prstGeom>
            <a:ln w="12700">
              <a:miter lim="400000"/>
            </a:ln>
          </p:spPr>
        </p:pic>
      </p:grp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AC6141C1-6DB8-A482-DE27-51CDCA17C0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b="199"/>
          <a:stretch>
            <a:fillRect/>
          </a:stretch>
        </p:blipFill>
        <p:spPr>
          <a:xfrm>
            <a:off x="5812850" y="2725629"/>
            <a:ext cx="564713" cy="139523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17216088"/>
      </p:ext>
    </p:extLst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1-L3, alt. 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90CE489-FDF9-5148-363B-4410A627DF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-50793" y="-38100"/>
            <a:ext cx="12261281" cy="6903720"/>
            <a:chOff x="0" y="-11636"/>
            <a:chExt cx="24384001" cy="13727636"/>
          </a:xfrm>
        </p:grpSpPr>
        <p:pic>
          <p:nvPicPr>
            <p:cNvPr id="4" name="Bottom Layer5.png" descr="Bottom Layer5.png">
              <a:extLst>
                <a:ext uri="{FF2B5EF4-FFF2-40B4-BE49-F238E27FC236}">
                  <a16:creationId xmlns:a16="http://schemas.microsoft.com/office/drawing/2014/main" id="{3B1503ED-CD95-B52A-ED8D-2DA91B079EBE}"/>
                </a:ext>
              </a:extLst>
            </p:cNvPr>
            <p:cNvPicPr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-1"/>
              <a:ext cx="24384000" cy="1371600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" name="Overlay Layer9.png" descr="Overlay Layer9.png">
              <a:extLst>
                <a:ext uri="{FF2B5EF4-FFF2-40B4-BE49-F238E27FC236}">
                  <a16:creationId xmlns:a16="http://schemas.microsoft.com/office/drawing/2014/main" id="{7602EBDE-2C7A-CDE3-0C2D-168979D44027}"/>
                </a:ext>
              </a:extLst>
            </p:cNvPr>
            <p:cNvPicPr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-11636"/>
              <a:ext cx="24384001" cy="13716001"/>
            </a:xfrm>
            <a:prstGeom prst="rect">
              <a:avLst/>
            </a:prstGeom>
            <a:ln w="12700">
              <a:miter lim="400000"/>
            </a:ln>
          </p:spPr>
        </p:pic>
      </p:grpSp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346C487C-7541-8F50-5FBA-89D7A39396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32086" y="3082925"/>
            <a:ext cx="1726240" cy="6921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443732388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>
            <a:extLst>
              <a:ext uri="{FF2B5EF4-FFF2-40B4-BE49-F238E27FC236}">
                <a16:creationId xmlns:a16="http://schemas.microsoft.com/office/drawing/2014/main" id="{7985D5EF-BD89-7591-C6BC-40866E55553D}"/>
              </a:ext>
            </a:extLst>
          </p:cNvPr>
          <p:cNvSpPr/>
          <p:nvPr userDrawn="1"/>
        </p:nvSpPr>
        <p:spPr>
          <a:xfrm flipH="1">
            <a:off x="6095207" y="1450559"/>
            <a:ext cx="0" cy="5407442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F0E185D1-CCF6-2C12-9771-FFECF9C9C64E}"/>
              </a:ext>
            </a:extLst>
          </p:cNvPr>
          <p:cNvSpPr/>
          <p:nvPr userDrawn="1"/>
        </p:nvSpPr>
        <p:spPr>
          <a:xfrm>
            <a:off x="-1" y="1448054"/>
            <a:ext cx="12190414" cy="1"/>
          </a:xfrm>
          <a:prstGeom prst="line">
            <a:avLst/>
          </a:prstGeom>
          <a:ln w="25400">
            <a:solidFill>
              <a:srgbClr val="E0E0E0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10997229-EFF5-B59C-59E1-5F4036FF7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11616701" cy="8930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BD8B846-6817-E439-DE4F-1DAFB1795F0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84126" y="1697831"/>
            <a:ext cx="5519813" cy="188913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 marL="342831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037C0784-7A5F-D935-3399-F9D4C9F1385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84126" y="1953013"/>
            <a:ext cx="5519813" cy="436635"/>
          </a:xfrm>
        </p:spPr>
        <p:txBody>
          <a:bodyPr/>
          <a:lstStyle>
            <a:lvl1pPr>
              <a:defRPr sz="18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 marL="342831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C5342E25-D410-C693-E6C7-F5388A1ECAD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84126" y="2565427"/>
            <a:ext cx="5519813" cy="3271811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4C1E27E6-BA44-CCD2-A915-7FEBEBB9E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386420" y="1697831"/>
            <a:ext cx="5519813" cy="188913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 marL="342831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D1081C83-805F-73CB-5AFD-653BE61CBE2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86420" y="1953013"/>
            <a:ext cx="5519813" cy="436635"/>
          </a:xfrm>
        </p:spPr>
        <p:txBody>
          <a:bodyPr/>
          <a:lstStyle>
            <a:lvl1pPr>
              <a:defRPr sz="18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 marL="342831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38FFE81F-1935-7F53-E0E6-7D9A70C04FD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86420" y="2565427"/>
            <a:ext cx="5519813" cy="3271811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3" name="Footer Placeholder 32">
            <a:extLst>
              <a:ext uri="{FF2B5EF4-FFF2-40B4-BE49-F238E27FC236}">
                <a16:creationId xmlns:a16="http://schemas.microsoft.com/office/drawing/2014/main" id="{0D027BC4-3E62-E982-2AE3-206F95E82FD8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1C62B097-F334-AE16-D3EE-C28F2C9304EB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4441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 text, 1 wide column,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ottom Layer.png" descr="Bottom Layer.png">
            <a:extLst>
              <a:ext uri="{FF2B5EF4-FFF2-40B4-BE49-F238E27FC236}">
                <a16:creationId xmlns:a16="http://schemas.microsoft.com/office/drawing/2014/main" id="{0ED55CD4-0B23-2208-7315-B636A5B344FF}"/>
              </a:ext>
            </a:extLst>
          </p:cNvPr>
          <p:cNvPicPr>
            <a:picLocks/>
          </p:cNvPicPr>
          <p:nvPr userDrawn="1"/>
        </p:nvPicPr>
        <p:blipFill>
          <a:blip r:embed="rId2"/>
          <a:srcRect t="34244" b="34244"/>
          <a:stretch>
            <a:fillRect/>
          </a:stretch>
        </p:blipFill>
        <p:spPr>
          <a:xfrm>
            <a:off x="3968234" y="0"/>
            <a:ext cx="8222179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Line">
            <a:extLst>
              <a:ext uri="{FF2B5EF4-FFF2-40B4-BE49-F238E27FC236}">
                <a16:creationId xmlns:a16="http://schemas.microsoft.com/office/drawing/2014/main" id="{F8D6706A-ADF5-7468-22E2-7F1282C2EDA0}"/>
              </a:ext>
            </a:extLst>
          </p:cNvPr>
          <p:cNvSpPr/>
          <p:nvPr userDrawn="1"/>
        </p:nvSpPr>
        <p:spPr>
          <a:xfrm flipH="1">
            <a:off x="11902573" y="-237462"/>
            <a:ext cx="0" cy="767094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8D1A0F89-2042-B6AC-9205-284F923D59B5}"/>
              </a:ext>
            </a:extLst>
          </p:cNvPr>
          <p:cNvSpPr/>
          <p:nvPr userDrawn="1"/>
        </p:nvSpPr>
        <p:spPr>
          <a:xfrm>
            <a:off x="3972202" y="285769"/>
            <a:ext cx="8218212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pic>
        <p:nvPicPr>
          <p:cNvPr id="20" name="Overlay Layer.png" descr="Overlay Layer.png">
            <a:extLst>
              <a:ext uri="{FF2B5EF4-FFF2-40B4-BE49-F238E27FC236}">
                <a16:creationId xmlns:a16="http://schemas.microsoft.com/office/drawing/2014/main" id="{E5495153-3EDD-AE01-68A6-5CC50AF3F649}"/>
              </a:ext>
            </a:extLst>
          </p:cNvPr>
          <p:cNvPicPr>
            <a:picLocks/>
          </p:cNvPicPr>
          <p:nvPr userDrawn="1"/>
        </p:nvPicPr>
        <p:blipFill>
          <a:blip r:embed="rId3"/>
          <a:srcRect t="34244" b="34244"/>
          <a:stretch>
            <a:fillRect/>
          </a:stretch>
        </p:blipFill>
        <p:spPr>
          <a:xfrm>
            <a:off x="3968234" y="0"/>
            <a:ext cx="8222179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TextBox 3">
            <a:extLst>
              <a:ext uri="{FF2B5EF4-FFF2-40B4-BE49-F238E27FC236}">
                <a16:creationId xmlns:a16="http://schemas.microsoft.com/office/drawing/2014/main" id="{C1A538F2-F83B-9464-30F2-B7C33EA4EEE8}"/>
              </a:ext>
            </a:extLst>
          </p:cNvPr>
          <p:cNvSpPr txBox="1">
            <a:spLocks noGrp="1"/>
          </p:cNvSpPr>
          <p:nvPr>
            <p:ph type="body" sz="quarter" idx="26"/>
          </p:nvPr>
        </p:nvSpPr>
        <p:spPr>
          <a:xfrm>
            <a:off x="8884205" y="815581"/>
            <a:ext cx="2539670" cy="2233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28pt title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5AE135A0-C6D9-02FC-13EA-139EBE6C4C2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83333" y="288036"/>
            <a:ext cx="3401030" cy="234951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itle 38">
            <a:extLst>
              <a:ext uri="{FF2B5EF4-FFF2-40B4-BE49-F238E27FC236}">
                <a16:creationId xmlns:a16="http://schemas.microsoft.com/office/drawing/2014/main" id="{E369FA94-9026-2A70-1C35-AF88B96FE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03638"/>
            <a:ext cx="3390344" cy="2522400"/>
          </a:xfrm>
        </p:spPr>
        <p:txBody>
          <a:bodyPr/>
          <a:lstStyle>
            <a:lvl1pPr>
              <a:defRPr sz="3199" b="0" i="0"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F855471-0033-BB2C-0423-B2A033CC769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577754" y="803275"/>
            <a:ext cx="3555537" cy="247650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C3FD7F62-655C-290C-8007-9157351596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77754" y="1244388"/>
            <a:ext cx="3555537" cy="46704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4" name="Text Placeholder 42">
            <a:extLst>
              <a:ext uri="{FF2B5EF4-FFF2-40B4-BE49-F238E27FC236}">
                <a16:creationId xmlns:a16="http://schemas.microsoft.com/office/drawing/2014/main" id="{03355128-7CEB-18CC-38C2-7C73F5AE1A5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883380" y="1244388"/>
            <a:ext cx="2539666" cy="258333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7" name="Footer Placeholder 46">
            <a:extLst>
              <a:ext uri="{FF2B5EF4-FFF2-40B4-BE49-F238E27FC236}">
                <a16:creationId xmlns:a16="http://schemas.microsoft.com/office/drawing/2014/main" id="{81B30836-67ED-728E-EEB3-DBD406B7D91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057039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, 4 columns, dividers,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048544"/>
          </a:xfrm>
        </p:spPr>
        <p:txBody>
          <a:bodyPr/>
          <a:lstStyle>
            <a:lvl1pPr>
              <a:lnSpc>
                <a:spcPct val="110000"/>
              </a:lnSpc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20002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 descr="Vertical column divider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7345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185" y="1714500"/>
            <a:ext cx="247073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2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1714500"/>
            <a:ext cx="2476177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9D1F720-DCDB-E4C8-D8FA-98E67A8013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314FF2C-90D0-779A-0B3C-ADD7EC2CB61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322594"/>
      </p:ext>
    </p:extLst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, text, 4 columns,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F6ABDA38-9F6C-005A-B599-046C88F7320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7052B8D-0FB2-3E15-CFDC-831CC160778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85459"/>
      </p:ext>
    </p:extLst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 stats, 3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E87862C8-020A-C949-44FA-CEF3EBFDD2B5}"/>
              </a:ext>
            </a:extLst>
          </p:cNvPr>
          <p:cNvSpPr/>
          <p:nvPr userDrawn="1"/>
        </p:nvSpPr>
        <p:spPr>
          <a:xfrm>
            <a:off x="0" y="2096947"/>
            <a:ext cx="12190413" cy="4759503"/>
          </a:xfrm>
          <a:prstGeom prst="rect">
            <a:avLst/>
          </a:prstGeom>
          <a:solidFill>
            <a:srgbClr val="F4F4F4"/>
          </a:solidFill>
          <a:ln w="12700">
            <a:miter lim="400000"/>
          </a:ln>
        </p:spPr>
        <p:txBody>
          <a:bodyPr tIns="45714" bIns="45714"/>
          <a:lstStyle/>
          <a:p>
            <a:pPr defTabSz="914507">
              <a:spcBef>
                <a:spcPts val="1050"/>
              </a:spcBef>
              <a:defRPr>
                <a:solidFill>
                  <a:srgbClr val="FFFFFF"/>
                </a:solidFill>
              </a:defRPr>
            </a:pPr>
            <a:endParaRPr sz="900" dirty="0"/>
          </a:p>
        </p:txBody>
      </p:sp>
      <p:sp>
        <p:nvSpPr>
          <p:cNvPr id="13" name="Straight Connector 6">
            <a:extLst>
              <a:ext uri="{FF2B5EF4-FFF2-40B4-BE49-F238E27FC236}">
                <a16:creationId xmlns:a16="http://schemas.microsoft.com/office/drawing/2014/main" id="{E2444947-1868-E6C6-4596-4337340EDE0A}"/>
              </a:ext>
            </a:extLst>
          </p:cNvPr>
          <p:cNvSpPr/>
          <p:nvPr userDrawn="1"/>
        </p:nvSpPr>
        <p:spPr>
          <a:xfrm flipH="1">
            <a:off x="4035816" y="2410321"/>
            <a:ext cx="0" cy="364910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7" name="Straight Connector 6">
            <a:extLst>
              <a:ext uri="{FF2B5EF4-FFF2-40B4-BE49-F238E27FC236}">
                <a16:creationId xmlns:a16="http://schemas.microsoft.com/office/drawing/2014/main" id="{B52CF21A-F5AE-DA35-8B32-FDD89CFA1E68}"/>
              </a:ext>
            </a:extLst>
          </p:cNvPr>
          <p:cNvSpPr/>
          <p:nvPr userDrawn="1"/>
        </p:nvSpPr>
        <p:spPr>
          <a:xfrm>
            <a:off x="8175513" y="2410321"/>
            <a:ext cx="0" cy="364910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F9BA256B-1F5A-D2E2-1EA4-78E599825A4C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E94B6D89-D916-C988-6DAD-D7EF34B4A17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37BA0B8-AF96-4B31-D99A-214976C701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83332" y="288036"/>
            <a:ext cx="5458702" cy="23464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1CF76917-5167-164C-AD62-F14DF14AE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696468"/>
            <a:ext cx="10025806" cy="1013460"/>
          </a:xfrm>
        </p:spPr>
        <p:txBody>
          <a:bodyPr/>
          <a:lstStyle>
            <a:lvl1pPr>
              <a:defRPr b="0" i="0"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A7F2767-B2C9-8525-CCD6-1B0BB4B522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3332" y="2355755"/>
            <a:ext cx="1837799" cy="423863"/>
          </a:xfrm>
        </p:spPr>
        <p:txBody>
          <a:bodyPr/>
          <a:lstStyle>
            <a:lvl1pPr>
              <a:defRPr sz="3199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D53DEF13-506B-7663-738D-23A5F1644E7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83332" y="2867819"/>
            <a:ext cx="3457915" cy="423863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E0EEAD84-00A4-D22A-B3BD-BB0DF6A9BE1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83332" y="3553619"/>
            <a:ext cx="3457915" cy="2335117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0117EB8-A2FE-9B92-08AD-7DDBF5B95CA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25888" y="2355755"/>
            <a:ext cx="1837799" cy="423863"/>
          </a:xfrm>
        </p:spPr>
        <p:txBody>
          <a:bodyPr/>
          <a:lstStyle>
            <a:lvl1pPr>
              <a:defRPr sz="3199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CF083B86-D332-489C-8923-ED9D2F03BC0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325888" y="2867819"/>
            <a:ext cx="3457915" cy="423863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6F240B37-503D-531C-D5DC-42682014D04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325888" y="3553619"/>
            <a:ext cx="3457915" cy="2335117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F4D4A9FD-15A6-1D42-0194-519696C14DD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76006" y="2355755"/>
            <a:ext cx="1837799" cy="423863"/>
          </a:xfrm>
        </p:spPr>
        <p:txBody>
          <a:bodyPr/>
          <a:lstStyle>
            <a:lvl1pPr>
              <a:defRPr sz="3199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1E370734-0E3F-8664-9BBB-CADA245DFE2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476006" y="2867819"/>
            <a:ext cx="3457915" cy="423863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4" name="Text Placeholder 35">
            <a:extLst>
              <a:ext uri="{FF2B5EF4-FFF2-40B4-BE49-F238E27FC236}">
                <a16:creationId xmlns:a16="http://schemas.microsoft.com/office/drawing/2014/main" id="{5DC68F40-3ED9-92CA-E9F3-2D35C795590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476006" y="3553619"/>
            <a:ext cx="3457915" cy="2335117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525246963"/>
      </p:ext>
    </p:extLst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 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ottom Layer.png" descr="Bottom Layer.png">
            <a:extLst>
              <a:ext uri="{FF2B5EF4-FFF2-40B4-BE49-F238E27FC236}">
                <a16:creationId xmlns:a16="http://schemas.microsoft.com/office/drawing/2014/main" id="{94D6CD07-2A9A-3CBB-022E-162B37CC02E2}"/>
              </a:ext>
            </a:extLst>
          </p:cNvPr>
          <p:cNvPicPr>
            <a:picLocks/>
          </p:cNvPicPr>
          <p:nvPr userDrawn="1"/>
        </p:nvPicPr>
        <p:blipFill>
          <a:blip r:embed="rId2"/>
          <a:srcRect r="52531"/>
          <a:stretch>
            <a:fillRect/>
          </a:stretch>
        </p:blipFill>
        <p:spPr>
          <a:xfrm>
            <a:off x="0" y="0"/>
            <a:ext cx="3047603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Overlay Layer.png" descr="Overlay Layer.png">
            <a:extLst>
              <a:ext uri="{FF2B5EF4-FFF2-40B4-BE49-F238E27FC236}">
                <a16:creationId xmlns:a16="http://schemas.microsoft.com/office/drawing/2014/main" id="{45FFEE28-9654-0460-3C2F-9054813A6BED}"/>
              </a:ext>
            </a:extLst>
          </p:cNvPr>
          <p:cNvPicPr>
            <a:picLocks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3491" y="0"/>
            <a:ext cx="3047604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Straight Connector 12">
            <a:extLst>
              <a:ext uri="{FF2B5EF4-FFF2-40B4-BE49-F238E27FC236}">
                <a16:creationId xmlns:a16="http://schemas.microsoft.com/office/drawing/2014/main" id="{C34955E4-1687-BBAC-F09E-FCF91C419C69}"/>
              </a:ext>
            </a:extLst>
          </p:cNvPr>
          <p:cNvSpPr/>
          <p:nvPr userDrawn="1"/>
        </p:nvSpPr>
        <p:spPr>
          <a:xfrm>
            <a:off x="3333316" y="4284011"/>
            <a:ext cx="8571384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5" name="Straight Connector 13">
            <a:extLst>
              <a:ext uri="{FF2B5EF4-FFF2-40B4-BE49-F238E27FC236}">
                <a16:creationId xmlns:a16="http://schemas.microsoft.com/office/drawing/2014/main" id="{AE8DEE8D-3055-6316-95C5-A966795E3320}"/>
              </a:ext>
            </a:extLst>
          </p:cNvPr>
          <p:cNvSpPr/>
          <p:nvPr userDrawn="1"/>
        </p:nvSpPr>
        <p:spPr>
          <a:xfrm>
            <a:off x="3333316" y="2190750"/>
            <a:ext cx="8571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F704EC7-AF39-1B28-042F-B94883F194BF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55F4133-ABC5-E0CC-0248-F388697032C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6BF78315-C24F-B466-D403-1DC570AAC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54775"/>
            <a:ext cx="2374172" cy="3174225"/>
          </a:xfrm>
        </p:spPr>
        <p:txBody>
          <a:bodyPr/>
          <a:lstStyle>
            <a:lvl1pPr>
              <a:defRPr sz="22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424AF266-35B0-CF5D-FD75-3E003F9A8F7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332522" y="254794"/>
            <a:ext cx="2476178" cy="1459706"/>
          </a:xfrm>
        </p:spPr>
        <p:txBody>
          <a:bodyPr/>
          <a:lstStyle>
            <a:lvl1pPr>
              <a:defRPr>
                <a:solidFill>
                  <a:srgbClr val="0F62FE"/>
                </a:solidFill>
                <a:latin typeface="+mn-lt"/>
              </a:defRPr>
            </a:lvl1pPr>
            <a:lvl2pPr>
              <a:defRPr>
                <a:solidFill>
                  <a:srgbClr val="0F62FE"/>
                </a:solidFill>
                <a:latin typeface="+mn-lt"/>
              </a:defRPr>
            </a:lvl2pPr>
            <a:lvl3pPr>
              <a:defRPr>
                <a:solidFill>
                  <a:srgbClr val="0F62FE"/>
                </a:solidFill>
                <a:latin typeface="+mn-lt"/>
              </a:defRPr>
            </a:lvl3pPr>
            <a:lvl4pPr>
              <a:defRPr>
                <a:solidFill>
                  <a:srgbClr val="0F62FE"/>
                </a:solidFill>
                <a:latin typeface="+mn-lt"/>
              </a:defRPr>
            </a:lvl4pPr>
            <a:lvl5pPr>
              <a:defRPr>
                <a:solidFill>
                  <a:srgbClr val="0F62FE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B79AAD53-1F73-4D1C-6E81-92FAD83C324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80126" y="254794"/>
            <a:ext cx="5523875" cy="145970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  <a:lvl2pPr>
              <a:defRPr sz="1400">
                <a:solidFill>
                  <a:schemeClr val="tx1"/>
                </a:solidFill>
                <a:latin typeface="+mn-lt"/>
              </a:defRPr>
            </a:lvl2pPr>
            <a:lvl3pPr>
              <a:defRPr sz="1400">
                <a:solidFill>
                  <a:schemeClr val="tx1"/>
                </a:solidFill>
                <a:latin typeface="+mn-lt"/>
              </a:defRPr>
            </a:lvl3pPr>
            <a:lvl4pPr>
              <a:defRPr sz="1400"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rgbClr val="0F62FE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83336665-F261-5FE8-B416-35188607FC5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2522" y="2379430"/>
            <a:ext cx="2476178" cy="1459706"/>
          </a:xfrm>
        </p:spPr>
        <p:txBody>
          <a:bodyPr/>
          <a:lstStyle>
            <a:lvl1pPr>
              <a:defRPr>
                <a:solidFill>
                  <a:srgbClr val="0F62FE"/>
                </a:solidFill>
                <a:latin typeface="+mn-lt"/>
              </a:defRPr>
            </a:lvl1pPr>
            <a:lvl2pPr>
              <a:defRPr>
                <a:solidFill>
                  <a:srgbClr val="0F62FE"/>
                </a:solidFill>
                <a:latin typeface="+mn-lt"/>
              </a:defRPr>
            </a:lvl2pPr>
            <a:lvl3pPr>
              <a:defRPr>
                <a:solidFill>
                  <a:srgbClr val="0F62FE"/>
                </a:solidFill>
                <a:latin typeface="+mn-lt"/>
              </a:defRPr>
            </a:lvl3pPr>
            <a:lvl4pPr>
              <a:defRPr>
                <a:solidFill>
                  <a:srgbClr val="0F62FE"/>
                </a:solidFill>
                <a:latin typeface="+mn-lt"/>
              </a:defRPr>
            </a:lvl4pPr>
            <a:lvl5pPr>
              <a:defRPr>
                <a:solidFill>
                  <a:srgbClr val="0F62FE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989C6D9F-4967-FD54-CF3A-0EF4FAF16BE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380126" y="2379430"/>
            <a:ext cx="5523875" cy="145970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  <a:lvl2pPr>
              <a:defRPr sz="1400">
                <a:solidFill>
                  <a:schemeClr val="tx1"/>
                </a:solidFill>
                <a:latin typeface="+mn-lt"/>
              </a:defRPr>
            </a:lvl2pPr>
            <a:lvl3pPr>
              <a:defRPr sz="1400">
                <a:solidFill>
                  <a:schemeClr val="tx1"/>
                </a:solidFill>
                <a:latin typeface="+mn-lt"/>
              </a:defRPr>
            </a:lvl3pPr>
            <a:lvl4pPr>
              <a:defRPr sz="1400"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rgbClr val="0F62FE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C245D7C-4E58-747A-F40F-1DCDAF63C5B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332522" y="4477171"/>
            <a:ext cx="2476178" cy="1459706"/>
          </a:xfrm>
        </p:spPr>
        <p:txBody>
          <a:bodyPr/>
          <a:lstStyle>
            <a:lvl1pPr>
              <a:defRPr>
                <a:solidFill>
                  <a:srgbClr val="0F62FE"/>
                </a:solidFill>
                <a:latin typeface="+mn-lt"/>
              </a:defRPr>
            </a:lvl1pPr>
            <a:lvl2pPr>
              <a:defRPr>
                <a:solidFill>
                  <a:srgbClr val="0F62FE"/>
                </a:solidFill>
                <a:latin typeface="+mn-lt"/>
              </a:defRPr>
            </a:lvl2pPr>
            <a:lvl3pPr>
              <a:defRPr>
                <a:solidFill>
                  <a:srgbClr val="0F62FE"/>
                </a:solidFill>
                <a:latin typeface="+mn-lt"/>
              </a:defRPr>
            </a:lvl3pPr>
            <a:lvl4pPr>
              <a:defRPr>
                <a:solidFill>
                  <a:srgbClr val="0F62FE"/>
                </a:solidFill>
                <a:latin typeface="+mn-lt"/>
              </a:defRPr>
            </a:lvl4pPr>
            <a:lvl5pPr>
              <a:defRPr>
                <a:solidFill>
                  <a:srgbClr val="0F62FE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58682DA-6530-A269-51A9-9465CF99E29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80126" y="4477171"/>
            <a:ext cx="5523875" cy="145970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  <a:lvl2pPr>
              <a:defRPr sz="1400">
                <a:solidFill>
                  <a:schemeClr val="tx1"/>
                </a:solidFill>
                <a:latin typeface="+mn-lt"/>
              </a:defRPr>
            </a:lvl2pPr>
            <a:lvl3pPr>
              <a:defRPr sz="1400">
                <a:solidFill>
                  <a:schemeClr val="tx1"/>
                </a:solidFill>
                <a:latin typeface="+mn-lt"/>
              </a:defRPr>
            </a:lvl3pPr>
            <a:lvl4pPr>
              <a:defRPr sz="1400"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rgbClr val="0F62FE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49524301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, 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14884"/>
            <a:ext cx="2475384" cy="953956"/>
          </a:xfrm>
        </p:spPr>
        <p:txBody>
          <a:bodyPr/>
          <a:lstStyle>
            <a:lvl1pPr>
              <a:lnSpc>
                <a:spcPct val="90000"/>
              </a:lnSpc>
              <a:defRPr sz="6499" b="0" i="0">
                <a:solidFill>
                  <a:schemeClr val="accent1"/>
                </a:solidFill>
                <a:latin typeface="IBM Plex Serif Light" panose="02060403050406000203" pitchFamily="18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213241"/>
            <a:ext cx="2474590" cy="953294"/>
          </a:xfrm>
        </p:spPr>
        <p:txBody>
          <a:bodyPr/>
          <a:lstStyle>
            <a:lvl1pPr>
              <a:lnSpc>
                <a:spcPct val="90000"/>
              </a:lnSpc>
              <a:defRPr sz="6499" b="0" i="0">
                <a:solidFill>
                  <a:schemeClr val="accent1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7327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214827"/>
            <a:ext cx="2474590" cy="951707"/>
          </a:xfrm>
        </p:spPr>
        <p:txBody>
          <a:bodyPr/>
          <a:lstStyle>
            <a:lvl1pPr>
              <a:lnSpc>
                <a:spcPct val="90000"/>
              </a:lnSpc>
              <a:defRPr sz="6499" b="0" i="0">
                <a:solidFill>
                  <a:schemeClr val="accent1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88760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 data, 3 callouts, vertical,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ottom Layer.png" descr="Bottom Layer.png">
            <a:extLst>
              <a:ext uri="{FF2B5EF4-FFF2-40B4-BE49-F238E27FC236}">
                <a16:creationId xmlns:a16="http://schemas.microsoft.com/office/drawing/2014/main" id="{0F111124-9360-9F10-1B22-3449694E0301}"/>
              </a:ext>
            </a:extLst>
          </p:cNvPr>
          <p:cNvPicPr>
            <a:picLocks/>
          </p:cNvPicPr>
          <p:nvPr userDrawn="1"/>
        </p:nvPicPr>
        <p:blipFill>
          <a:blip r:embed="rId2"/>
          <a:srcRect r="52531"/>
          <a:stretch>
            <a:fillRect/>
          </a:stretch>
        </p:blipFill>
        <p:spPr>
          <a:xfrm>
            <a:off x="0" y="0"/>
            <a:ext cx="3047603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Overlay Layer.png" descr="Overlay Layer.png">
            <a:extLst>
              <a:ext uri="{FF2B5EF4-FFF2-40B4-BE49-F238E27FC236}">
                <a16:creationId xmlns:a16="http://schemas.microsoft.com/office/drawing/2014/main" id="{13805756-2F0C-5FCB-489E-B7D2E37D0A9E}"/>
              </a:ext>
            </a:extLst>
          </p:cNvPr>
          <p:cNvPicPr>
            <a:picLocks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3491" y="0"/>
            <a:ext cx="3047604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Line">
            <a:extLst>
              <a:ext uri="{FF2B5EF4-FFF2-40B4-BE49-F238E27FC236}">
                <a16:creationId xmlns:a16="http://schemas.microsoft.com/office/drawing/2014/main" id="{A66ADE6B-8327-21F0-CAE2-CDB36B3E7B39}"/>
              </a:ext>
            </a:extLst>
          </p:cNvPr>
          <p:cNvSpPr/>
          <p:nvPr userDrawn="1"/>
        </p:nvSpPr>
        <p:spPr>
          <a:xfrm flipH="1">
            <a:off x="3049865" y="0"/>
            <a:ext cx="0" cy="6858000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9" name="Straight Connector 16">
            <a:extLst>
              <a:ext uri="{FF2B5EF4-FFF2-40B4-BE49-F238E27FC236}">
                <a16:creationId xmlns:a16="http://schemas.microsoft.com/office/drawing/2014/main" id="{AA637C0C-73A2-CD70-BBF0-D9196D02608C}"/>
              </a:ext>
            </a:extLst>
          </p:cNvPr>
          <p:cNvSpPr/>
          <p:nvPr userDrawn="1"/>
        </p:nvSpPr>
        <p:spPr>
          <a:xfrm flipH="1">
            <a:off x="6093683" y="636160"/>
            <a:ext cx="0" cy="5317808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22857" rIns="22857"/>
          <a:lstStyle/>
          <a:p>
            <a:pPr defTabSz="457109">
              <a:defRPr sz="2400"/>
            </a:pPr>
            <a:endParaRPr sz="1200"/>
          </a:p>
        </p:txBody>
      </p:sp>
      <p:sp>
        <p:nvSpPr>
          <p:cNvPr id="21" name="Straight Connector 17">
            <a:extLst>
              <a:ext uri="{FF2B5EF4-FFF2-40B4-BE49-F238E27FC236}">
                <a16:creationId xmlns:a16="http://schemas.microsoft.com/office/drawing/2014/main" id="{A7BBA70C-16DF-6E4A-C381-585A25EAABED}"/>
              </a:ext>
            </a:extLst>
          </p:cNvPr>
          <p:cNvSpPr/>
          <p:nvPr userDrawn="1"/>
        </p:nvSpPr>
        <p:spPr>
          <a:xfrm flipH="1">
            <a:off x="9142809" y="636160"/>
            <a:ext cx="0" cy="5317808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22857" rIns="22857"/>
          <a:lstStyle/>
          <a:p>
            <a:pPr defTabSz="457109">
              <a:defRPr sz="2400"/>
            </a:pPr>
            <a:endParaRPr sz="1200"/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8AB27917-259E-656A-0A6B-15F640D5E4A4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99245C71-C585-6427-2E99-5D3A22E16A63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Title 19">
            <a:extLst>
              <a:ext uri="{FF2B5EF4-FFF2-40B4-BE49-F238E27FC236}">
                <a16:creationId xmlns:a16="http://schemas.microsoft.com/office/drawing/2014/main" id="{CA77A361-DC41-2110-4297-BB8991E98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698500"/>
            <a:ext cx="2374172" cy="3174225"/>
          </a:xfrm>
        </p:spPr>
        <p:txBody>
          <a:bodyPr/>
          <a:lstStyle>
            <a:lvl1pPr>
              <a:defRPr sz="22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3" name="Text Placeholder 37">
            <a:extLst>
              <a:ext uri="{FF2B5EF4-FFF2-40B4-BE49-F238E27FC236}">
                <a16:creationId xmlns:a16="http://schemas.microsoft.com/office/drawing/2014/main" id="{70130214-2F7F-A89C-70FA-EA7F55207A0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83333" y="288036"/>
            <a:ext cx="2374172" cy="266430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3FBD35E5-0CC1-764B-D6D6-2ED10951ECF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333316" y="698500"/>
            <a:ext cx="2476178" cy="6640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997EBE5-491C-B228-B285-BDB8E59EC4B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3316" y="1727994"/>
            <a:ext cx="2476178" cy="2609831"/>
          </a:xfrm>
        </p:spPr>
        <p:txBody>
          <a:bodyPr/>
          <a:lstStyle>
            <a:lvl1pPr>
              <a:defRPr sz="1400">
                <a:latin typeface="+mn-lt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E46468B2-5F12-5469-B05D-5809B1ADDD9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33697" y="4663945"/>
            <a:ext cx="1840856" cy="631986"/>
          </a:xfrm>
        </p:spPr>
        <p:txBody>
          <a:bodyPr/>
          <a:lstStyle>
            <a:lvl1pPr>
              <a:defRPr sz="4299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DCCACDDB-6BCD-8D2D-C1A8-5F6959306CA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3333697" y="5362837"/>
            <a:ext cx="2475797" cy="488783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1FD6BFD7-3D6B-9867-8E0A-17504D07AA7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377202" y="698500"/>
            <a:ext cx="2476178" cy="6640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1DFB2030-45A6-C484-15C7-D3B92ABF1E2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377202" y="1727994"/>
            <a:ext cx="2476178" cy="2609831"/>
          </a:xfrm>
        </p:spPr>
        <p:txBody>
          <a:bodyPr/>
          <a:lstStyle>
            <a:lvl1pPr>
              <a:defRPr sz="1400">
                <a:latin typeface="+mn-lt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22680858-90A3-7CB0-A788-1D6EC860AD1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77583" y="4663945"/>
            <a:ext cx="1840856" cy="631986"/>
          </a:xfrm>
        </p:spPr>
        <p:txBody>
          <a:bodyPr/>
          <a:lstStyle>
            <a:lvl1pPr>
              <a:defRPr sz="4299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49EBFAE0-2995-C7C2-94F8-BDF7F655BC5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377583" y="5362837"/>
            <a:ext cx="2475797" cy="488783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4" name="Text Placeholder 34">
            <a:extLst>
              <a:ext uri="{FF2B5EF4-FFF2-40B4-BE49-F238E27FC236}">
                <a16:creationId xmlns:a16="http://schemas.microsoft.com/office/drawing/2014/main" id="{C3C17B3A-F8A4-AEC7-113A-F6CEACF42D2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32239" y="698500"/>
            <a:ext cx="2476178" cy="6640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36">
            <a:extLst>
              <a:ext uri="{FF2B5EF4-FFF2-40B4-BE49-F238E27FC236}">
                <a16:creationId xmlns:a16="http://schemas.microsoft.com/office/drawing/2014/main" id="{1C6AF415-6EF0-08B6-D6B7-B2DE79833EF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32239" y="1727994"/>
            <a:ext cx="2476178" cy="2609831"/>
          </a:xfrm>
        </p:spPr>
        <p:txBody>
          <a:bodyPr/>
          <a:lstStyle>
            <a:lvl1pPr>
              <a:defRPr sz="1400">
                <a:latin typeface="+mn-lt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6" name="Text Placeholder 35">
            <a:extLst>
              <a:ext uri="{FF2B5EF4-FFF2-40B4-BE49-F238E27FC236}">
                <a16:creationId xmlns:a16="http://schemas.microsoft.com/office/drawing/2014/main" id="{B708F7B8-75ED-19F8-782C-843D60C6F66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432619" y="4663945"/>
            <a:ext cx="1840856" cy="631986"/>
          </a:xfrm>
        </p:spPr>
        <p:txBody>
          <a:bodyPr/>
          <a:lstStyle>
            <a:lvl1pPr>
              <a:defRPr sz="4299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47" name="Text Placeholder 35">
            <a:extLst>
              <a:ext uri="{FF2B5EF4-FFF2-40B4-BE49-F238E27FC236}">
                <a16:creationId xmlns:a16="http://schemas.microsoft.com/office/drawing/2014/main" id="{214A3774-8F0F-09B5-C1E1-AB8EACAB515D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432620" y="5362837"/>
            <a:ext cx="2475797" cy="488783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39704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, 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05740"/>
            <a:ext cx="2475384" cy="1429544"/>
          </a:xfrm>
        </p:spPr>
        <p:txBody>
          <a:bodyPr/>
          <a:lstStyle>
            <a:lvl1pPr>
              <a:lnSpc>
                <a:spcPct val="90000"/>
              </a:lnSpc>
              <a:defRPr sz="6499" b="0" i="0">
                <a:solidFill>
                  <a:schemeClr val="accent1"/>
                </a:solidFill>
                <a:latin typeface="IBM Plex Serif Light" panose="02060403050406000203" pitchFamily="18" charset="0"/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3809504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3316" y="20002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093976"/>
            <a:ext cx="2475384" cy="1428753"/>
          </a:xfrm>
        </p:spPr>
        <p:txBody>
          <a:bodyPr/>
          <a:lstStyle>
            <a:lvl1pPr>
              <a:lnSpc>
                <a:spcPct val="90000"/>
              </a:lnSpc>
              <a:defRPr sz="6499" b="0" i="0">
                <a:solidFill>
                  <a:schemeClr val="accent1"/>
                </a:solidFill>
                <a:latin typeface="IBM Plex Serif Light" panose="02060403050406000203" pitchFamily="18" charset="0"/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1907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3316" y="40957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7" y="4201668"/>
            <a:ext cx="2475383" cy="1428753"/>
          </a:xfrm>
        </p:spPr>
        <p:txBody>
          <a:bodyPr/>
          <a:lstStyle>
            <a:lvl1pPr>
              <a:lnSpc>
                <a:spcPct val="90000"/>
              </a:lnSpc>
              <a:defRPr sz="6499" b="0" i="0">
                <a:solidFill>
                  <a:schemeClr val="accent1"/>
                </a:solidFill>
                <a:latin typeface="IBM Plex Serif Light" panose="02060403050406000203" pitchFamily="18" charset="0"/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2862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9645"/>
      </p:ext>
    </p:extLst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2, alt. box, callout,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">
            <a:extLst>
              <a:ext uri="{FF2B5EF4-FFF2-40B4-BE49-F238E27FC236}">
                <a16:creationId xmlns:a16="http://schemas.microsoft.com/office/drawing/2014/main" id="{93F3AD76-0341-4232-BBAF-2F9FEAC1A0EC}"/>
              </a:ext>
            </a:extLst>
          </p:cNvPr>
          <p:cNvSpPr/>
          <p:nvPr userDrawn="1"/>
        </p:nvSpPr>
        <p:spPr>
          <a:xfrm>
            <a:off x="0" y="1712714"/>
            <a:ext cx="12190413" cy="5142594"/>
          </a:xfrm>
          <a:prstGeom prst="rect">
            <a:avLst/>
          </a:prstGeom>
          <a:solidFill>
            <a:srgbClr val="F4F4F4"/>
          </a:solidFill>
          <a:ln w="12700">
            <a:miter lim="400000"/>
          </a:ln>
        </p:spPr>
        <p:txBody>
          <a:bodyPr tIns="45714" bIns="45714"/>
          <a:lstStyle/>
          <a:p>
            <a:pPr defTabSz="914507">
              <a:defRPr>
                <a:solidFill>
                  <a:srgbClr val="FFFFFF"/>
                </a:solidFill>
              </a:defRPr>
            </a:pPr>
            <a:endParaRPr sz="900"/>
          </a:p>
        </p:txBody>
      </p:sp>
      <p:grpSp>
        <p:nvGrpSpPr>
          <p:cNvPr id="28" name="Group">
            <a:extLst>
              <a:ext uri="{FF2B5EF4-FFF2-40B4-BE49-F238E27FC236}">
                <a16:creationId xmlns:a16="http://schemas.microsoft.com/office/drawing/2014/main" id="{9E77FDBD-A657-C613-BE20-E3813E12D377}"/>
              </a:ext>
            </a:extLst>
          </p:cNvPr>
          <p:cNvGrpSpPr/>
          <p:nvPr userDrawn="1"/>
        </p:nvGrpSpPr>
        <p:grpSpPr>
          <a:xfrm>
            <a:off x="4427007" y="3276212"/>
            <a:ext cx="7790217" cy="3586438"/>
            <a:chOff x="0" y="0"/>
            <a:chExt cx="15582461" cy="7172874"/>
          </a:xfrm>
        </p:grpSpPr>
        <p:sp>
          <p:nvSpPr>
            <p:cNvPr id="29" name="Rectangle 37">
              <a:extLst>
                <a:ext uri="{FF2B5EF4-FFF2-40B4-BE49-F238E27FC236}">
                  <a16:creationId xmlns:a16="http://schemas.microsoft.com/office/drawing/2014/main" id="{912049A1-E07C-204B-59CA-3BE83672B9AC}"/>
                </a:ext>
              </a:extLst>
            </p:cNvPr>
            <p:cNvSpPr/>
            <p:nvPr/>
          </p:nvSpPr>
          <p:spPr>
            <a:xfrm>
              <a:off x="420" y="0"/>
              <a:ext cx="15553351" cy="7172776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177800" tIns="177800" rIns="177800" bIns="177800" numCol="1" anchor="t">
              <a:noAutofit/>
            </a:bodyPr>
            <a:lstStyle/>
            <a:p>
              <a:pPr defTabSz="171416">
                <a:lnSpc>
                  <a:spcPct val="90000"/>
                </a:lnSpc>
                <a:spcBef>
                  <a:spcPts val="1600"/>
                </a:spcBef>
                <a:defRPr sz="28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defRPr>
              </a:pPr>
              <a:endParaRPr sz="1400"/>
            </a:p>
          </p:txBody>
        </p:sp>
        <p:pic>
          <p:nvPicPr>
            <p:cNvPr id="30" name="Overlay Layer.png" descr="Overlay Layer.png">
              <a:extLst>
                <a:ext uri="{FF2B5EF4-FFF2-40B4-BE49-F238E27FC236}">
                  <a16:creationId xmlns:a16="http://schemas.microsoft.com/office/drawing/2014/main" id="{C1724CDB-FE53-7E40-5A1F-01DCE4DDB5BF}"/>
                </a:ext>
              </a:extLst>
            </p:cNvPr>
            <p:cNvPicPr>
              <a:picLocks/>
            </p:cNvPicPr>
            <p:nvPr/>
          </p:nvPicPr>
          <p:blipFill>
            <a:blip r:embed="rId2"/>
            <a:srcRect t="34244" b="34244"/>
            <a:stretch>
              <a:fillRect/>
            </a:stretch>
          </p:blipFill>
          <p:spPr>
            <a:xfrm>
              <a:off x="0" y="0"/>
              <a:ext cx="15582462" cy="71728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6" name="Line">
            <a:extLst>
              <a:ext uri="{FF2B5EF4-FFF2-40B4-BE49-F238E27FC236}">
                <a16:creationId xmlns:a16="http://schemas.microsoft.com/office/drawing/2014/main" id="{0BCB18EC-511D-979F-AE88-6CF8CFCC2668}"/>
              </a:ext>
            </a:extLst>
          </p:cNvPr>
          <p:cNvSpPr/>
          <p:nvPr userDrawn="1"/>
        </p:nvSpPr>
        <p:spPr>
          <a:xfrm>
            <a:off x="4566453" y="4406891"/>
            <a:ext cx="7117032" cy="1"/>
          </a:xfrm>
          <a:prstGeom prst="line">
            <a:avLst/>
          </a:prstGeom>
          <a:ln w="12700">
            <a:solidFill>
              <a:srgbClr val="FFFFFF"/>
            </a:solidFill>
          </a:ln>
        </p:spPr>
        <p:txBody>
          <a:bodyPr lIns="60952" tIns="60952" rIns="60952" bIns="60952"/>
          <a:lstStyle/>
          <a:p>
            <a:pPr>
              <a:defRPr sz="2800" i="1">
                <a:solidFill>
                  <a:srgbClr val="E0E0E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1400"/>
          </a:p>
        </p:txBody>
      </p:sp>
      <p:sp>
        <p:nvSpPr>
          <p:cNvPr id="37" name="Line">
            <a:extLst>
              <a:ext uri="{FF2B5EF4-FFF2-40B4-BE49-F238E27FC236}">
                <a16:creationId xmlns:a16="http://schemas.microsoft.com/office/drawing/2014/main" id="{53E70B45-9FC2-6EA8-C720-B2AE50831259}"/>
              </a:ext>
            </a:extLst>
          </p:cNvPr>
          <p:cNvSpPr/>
          <p:nvPr userDrawn="1"/>
        </p:nvSpPr>
        <p:spPr>
          <a:xfrm>
            <a:off x="4566453" y="5204063"/>
            <a:ext cx="7117032" cy="1"/>
          </a:xfrm>
          <a:prstGeom prst="line">
            <a:avLst/>
          </a:prstGeom>
          <a:ln w="12700">
            <a:solidFill>
              <a:srgbClr val="FFFFFF"/>
            </a:solidFill>
          </a:ln>
        </p:spPr>
        <p:txBody>
          <a:bodyPr lIns="60952" tIns="60952" rIns="60952" bIns="60952"/>
          <a:lstStyle/>
          <a:p>
            <a:pPr>
              <a:defRPr sz="2800" i="1">
                <a:solidFill>
                  <a:srgbClr val="E0E0E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1400"/>
          </a:p>
        </p:txBody>
      </p:sp>
      <p:sp>
        <p:nvSpPr>
          <p:cNvPr id="44" name="Slide Number">
            <a:extLst>
              <a:ext uri="{FF2B5EF4-FFF2-40B4-BE49-F238E27FC236}">
                <a16:creationId xmlns:a16="http://schemas.microsoft.com/office/drawing/2014/main" id="{2404C4C2-D2E1-E3A3-C891-A9265C9A352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777717" y="6477842"/>
            <a:ext cx="134652" cy="123111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946AA87A-A422-E41B-3BC7-C942026C3D4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83332" y="288036"/>
            <a:ext cx="5458702" cy="23464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8" name="Title 33">
            <a:extLst>
              <a:ext uri="{FF2B5EF4-FFF2-40B4-BE49-F238E27FC236}">
                <a16:creationId xmlns:a16="http://schemas.microsoft.com/office/drawing/2014/main" id="{8EB0CEAA-15EA-8EC9-E015-A5A007EA4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696468"/>
            <a:ext cx="11127611" cy="749127"/>
          </a:xfrm>
        </p:spPr>
        <p:txBody>
          <a:bodyPr>
            <a:normAutofit/>
          </a:bodyPr>
          <a:lstStyle>
            <a:lvl1pPr>
              <a:defRPr b="0" i="0"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DD6382B0-1B84-4C91-1259-B59DCAD933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3332" y="1977257"/>
            <a:ext cx="3708285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0" name="Text Placeholder 6">
            <a:extLst>
              <a:ext uri="{FF2B5EF4-FFF2-40B4-BE49-F238E27FC236}">
                <a16:creationId xmlns:a16="http://schemas.microsoft.com/office/drawing/2014/main" id="{A56B3D4D-BC8B-2CA0-932A-1EC10163CC2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575993" y="1977258"/>
            <a:ext cx="6839618" cy="114219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E5C2BD6F-0882-3CE5-6A27-C025C49F22E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83332" y="3984477"/>
            <a:ext cx="3708285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2" name="Text Placeholder 6">
            <a:extLst>
              <a:ext uri="{FF2B5EF4-FFF2-40B4-BE49-F238E27FC236}">
                <a16:creationId xmlns:a16="http://schemas.microsoft.com/office/drawing/2014/main" id="{7720EDDE-154E-FE82-35F2-468DD4B49BC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575993" y="3381515"/>
            <a:ext cx="6839618" cy="250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bg1"/>
                </a:solidFill>
                <a:latin typeface="IBM Plex Sans Medm" panose="020B0503050203000203" pitchFamily="34" charset="0"/>
              </a:defRPr>
            </a:lvl1pPr>
            <a:lvl2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6">
            <a:extLst>
              <a:ext uri="{FF2B5EF4-FFF2-40B4-BE49-F238E27FC236}">
                <a16:creationId xmlns:a16="http://schemas.microsoft.com/office/drawing/2014/main" id="{36E58988-A118-4909-CE70-5C630BC2CFE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575993" y="3775282"/>
            <a:ext cx="1979075" cy="49745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bg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49000783-A406-A245-3027-5EB3B9BAE5A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812716" y="3775282"/>
            <a:ext cx="4602894" cy="49745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bg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6">
            <a:extLst>
              <a:ext uri="{FF2B5EF4-FFF2-40B4-BE49-F238E27FC236}">
                <a16:creationId xmlns:a16="http://schemas.microsoft.com/office/drawing/2014/main" id="{0920A94B-5327-DD70-D2B0-6778513C465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575993" y="4550889"/>
            <a:ext cx="1979075" cy="49745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bg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ext Placeholder 6">
            <a:extLst>
              <a:ext uri="{FF2B5EF4-FFF2-40B4-BE49-F238E27FC236}">
                <a16:creationId xmlns:a16="http://schemas.microsoft.com/office/drawing/2014/main" id="{E0D889E9-F9AF-8318-B4FD-F02F8603E4D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812716" y="4550889"/>
            <a:ext cx="4602894" cy="49745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bg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D0D15606-90A4-020A-4F42-11AC225CD9D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575993" y="5310168"/>
            <a:ext cx="1979075" cy="49745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bg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44850959-C247-FF8C-479D-01E84F69663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812716" y="5310168"/>
            <a:ext cx="4602894" cy="49745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bg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642D936-8BB0-64B3-C61A-D934BEB201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662211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 data, 2 callouts, side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CBD6728C-93C6-6F7D-E8D6-ADA36773713C}"/>
              </a:ext>
            </a:extLst>
          </p:cNvPr>
          <p:cNvSpPr/>
          <p:nvPr userDrawn="1"/>
        </p:nvSpPr>
        <p:spPr>
          <a:xfrm>
            <a:off x="2760021" y="-3219"/>
            <a:ext cx="9424043" cy="6853319"/>
          </a:xfrm>
          <a:prstGeom prst="rect">
            <a:avLst/>
          </a:prstGeom>
          <a:solidFill>
            <a:srgbClr val="F4F4F4"/>
          </a:solidFill>
          <a:ln w="12700">
            <a:miter lim="400000"/>
          </a:ln>
        </p:spPr>
        <p:txBody>
          <a:bodyPr tIns="45714" bIns="45714"/>
          <a:lstStyle/>
          <a:p>
            <a:pPr defTabSz="914507">
              <a:defRPr>
                <a:solidFill>
                  <a:srgbClr val="FFFFFF"/>
                </a:solidFill>
              </a:defRPr>
            </a:pPr>
            <a:endParaRPr sz="900"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486989FF-DE00-0154-C165-489040A86ED2}"/>
              </a:ext>
            </a:extLst>
          </p:cNvPr>
          <p:cNvSpPr/>
          <p:nvPr userDrawn="1"/>
        </p:nvSpPr>
        <p:spPr>
          <a:xfrm>
            <a:off x="3077084" y="3423442"/>
            <a:ext cx="882691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4" name="Title 19">
            <a:extLst>
              <a:ext uri="{FF2B5EF4-FFF2-40B4-BE49-F238E27FC236}">
                <a16:creationId xmlns:a16="http://schemas.microsoft.com/office/drawing/2014/main" id="{A0A6DF56-E29D-F3FD-8CEE-C076F47C2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698500"/>
            <a:ext cx="2217289" cy="3174225"/>
          </a:xfr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37">
            <a:extLst>
              <a:ext uri="{FF2B5EF4-FFF2-40B4-BE49-F238E27FC236}">
                <a16:creationId xmlns:a16="http://schemas.microsoft.com/office/drawing/2014/main" id="{B6EC7427-AC15-649D-321E-B76B5548F9C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83332" y="288036"/>
            <a:ext cx="2221956" cy="26643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34">
            <a:extLst>
              <a:ext uri="{FF2B5EF4-FFF2-40B4-BE49-F238E27FC236}">
                <a16:creationId xmlns:a16="http://schemas.microsoft.com/office/drawing/2014/main" id="{5F87E998-6D67-01CF-9FA1-052B171159F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333316" y="698500"/>
            <a:ext cx="2476178" cy="307881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6">
            <a:extLst>
              <a:ext uri="{FF2B5EF4-FFF2-40B4-BE49-F238E27FC236}">
                <a16:creationId xmlns:a16="http://schemas.microsoft.com/office/drawing/2014/main" id="{CFE980B4-3976-4870-1C5B-AAE246015AD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3316" y="2026843"/>
            <a:ext cx="2476178" cy="1147451"/>
          </a:xfrm>
        </p:spPr>
        <p:txBody>
          <a:bodyPr/>
          <a:lstStyle>
            <a:lvl1pPr>
              <a:defRPr sz="1400">
                <a:latin typeface="+mn-lt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453B3AC8-AA57-A686-CBB2-868B90B9DF6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33001" y="972640"/>
            <a:ext cx="2463906" cy="983751"/>
          </a:xfrm>
        </p:spPr>
        <p:txBody>
          <a:bodyPr/>
          <a:lstStyle>
            <a:lvl1pPr>
              <a:defRPr sz="6499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36">
            <a:extLst>
              <a:ext uri="{FF2B5EF4-FFF2-40B4-BE49-F238E27FC236}">
                <a16:creationId xmlns:a16="http://schemas.microsoft.com/office/drawing/2014/main" id="{1BBF6BA2-BF11-361C-0286-CE62CD5186B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395094" y="1494077"/>
            <a:ext cx="5113561" cy="1680215"/>
          </a:xfrm>
        </p:spPr>
        <p:txBody>
          <a:bodyPr/>
          <a:lstStyle>
            <a:lvl1pPr>
              <a:defRPr sz="1400">
                <a:latin typeface="+mn-lt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34">
            <a:extLst>
              <a:ext uri="{FF2B5EF4-FFF2-40B4-BE49-F238E27FC236}">
                <a16:creationId xmlns:a16="http://schemas.microsoft.com/office/drawing/2014/main" id="{3EA0D7CC-5FF3-6967-4779-628CD81225F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384463" y="698500"/>
            <a:ext cx="5138490" cy="664094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4">
            <a:extLst>
              <a:ext uri="{FF2B5EF4-FFF2-40B4-BE49-F238E27FC236}">
                <a16:creationId xmlns:a16="http://schemas.microsoft.com/office/drawing/2014/main" id="{CFD7891D-CD02-D08F-58E0-345D437BB9E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333316" y="3696882"/>
            <a:ext cx="2476178" cy="307881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36">
            <a:extLst>
              <a:ext uri="{FF2B5EF4-FFF2-40B4-BE49-F238E27FC236}">
                <a16:creationId xmlns:a16="http://schemas.microsoft.com/office/drawing/2014/main" id="{5E10E083-A33E-C3D5-D16E-3715AA5BC4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333316" y="5025225"/>
            <a:ext cx="2476178" cy="1147451"/>
          </a:xfrm>
        </p:spPr>
        <p:txBody>
          <a:bodyPr/>
          <a:lstStyle>
            <a:lvl1pPr>
              <a:defRPr sz="1400">
                <a:latin typeface="+mn-lt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E149EFE9-5EA9-A2F0-05B1-2A64C94ADB2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333001" y="3971022"/>
            <a:ext cx="2463906" cy="983751"/>
          </a:xfrm>
        </p:spPr>
        <p:txBody>
          <a:bodyPr/>
          <a:lstStyle>
            <a:lvl1pPr>
              <a:defRPr sz="6499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5" name="Text Placeholder 36">
            <a:extLst>
              <a:ext uri="{FF2B5EF4-FFF2-40B4-BE49-F238E27FC236}">
                <a16:creationId xmlns:a16="http://schemas.microsoft.com/office/drawing/2014/main" id="{50AF84D7-E953-F0EC-527B-109D7F46F3A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95094" y="4492459"/>
            <a:ext cx="5113561" cy="1680215"/>
          </a:xfrm>
        </p:spPr>
        <p:txBody>
          <a:bodyPr/>
          <a:lstStyle>
            <a:lvl1pPr>
              <a:defRPr sz="1400">
                <a:latin typeface="+mn-lt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6" name="Text Placeholder 34">
            <a:extLst>
              <a:ext uri="{FF2B5EF4-FFF2-40B4-BE49-F238E27FC236}">
                <a16:creationId xmlns:a16="http://schemas.microsoft.com/office/drawing/2014/main" id="{16B6F8D8-951D-7A94-0150-F728B019085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4463" y="3696882"/>
            <a:ext cx="5138490" cy="664094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046BB550-0182-B60D-A462-34DB263F25B6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F7C724BC-2421-1B5B-8718-5194810D7F60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5673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860873-C1BE-2ADB-0A15-43CC7B9749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34A021-B2B3-8BC9-E3A3-954CFC8FB3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95439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, 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E7A691C-BED3-461F-57E5-7F6ACF92B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5524575" cy="2083344"/>
          </a:xfrm>
        </p:spPr>
        <p:txBody>
          <a:bodyPr rIns="457200"/>
          <a:lstStyle>
            <a:lvl1pPr>
              <a:lnSpc>
                <a:spcPct val="9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6">
            <a:extLst>
              <a:ext uri="{FF2B5EF4-FFF2-40B4-BE49-F238E27FC236}">
                <a16:creationId xmlns:a16="http://schemas.microsoft.com/office/drawing/2014/main" id="{7A822904-AD5B-7352-94FB-DA134150346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284125" y="3227672"/>
            <a:ext cx="2468203" cy="2672459"/>
          </a:xfrm>
        </p:spPr>
        <p:txBody>
          <a:bodyPr/>
          <a:lstStyle>
            <a:lvl1pPr>
              <a:defRPr sz="1400">
                <a:latin typeface="+mn-lt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36">
            <a:extLst>
              <a:ext uri="{FF2B5EF4-FFF2-40B4-BE49-F238E27FC236}">
                <a16:creationId xmlns:a16="http://schemas.microsoft.com/office/drawing/2014/main" id="{18B4A5B4-1400-A563-91D2-5F6621FFC86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335273" y="3227672"/>
            <a:ext cx="2468203" cy="2672459"/>
          </a:xfrm>
        </p:spPr>
        <p:txBody>
          <a:bodyPr/>
          <a:lstStyle>
            <a:lvl1pPr>
              <a:defRPr sz="1400">
                <a:latin typeface="+mn-lt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Text Placeholder 36">
            <a:extLst>
              <a:ext uri="{FF2B5EF4-FFF2-40B4-BE49-F238E27FC236}">
                <a16:creationId xmlns:a16="http://schemas.microsoft.com/office/drawing/2014/main" id="{1426E9EE-9F9B-AD9E-AA4F-8BF0AEA3F8A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375788" y="3227672"/>
            <a:ext cx="2468203" cy="2672459"/>
          </a:xfrm>
        </p:spPr>
        <p:txBody>
          <a:bodyPr/>
          <a:lstStyle>
            <a:lvl1pPr>
              <a:defRPr sz="1400">
                <a:latin typeface="+mn-lt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7" name="Text Placeholder 36">
            <a:extLst>
              <a:ext uri="{FF2B5EF4-FFF2-40B4-BE49-F238E27FC236}">
                <a16:creationId xmlns:a16="http://schemas.microsoft.com/office/drawing/2014/main" id="{E222658A-9F15-63CF-A78B-D77C118846C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416304" y="3227672"/>
            <a:ext cx="2468203" cy="2672459"/>
          </a:xfrm>
        </p:spPr>
        <p:txBody>
          <a:bodyPr/>
          <a:lstStyle>
            <a:lvl1pPr>
              <a:defRPr sz="1400">
                <a:latin typeface="+mn-lt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D6CF2444-36B4-9F2D-D6D6-28BA230E7CCB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4EF09CE1-A1A3-C9B0-E083-89D88E4FFE9C}"/>
              </a:ext>
            </a:extLst>
          </p:cNvPr>
          <p:cNvSpPr>
            <a:spLocks noGrp="1"/>
          </p:cNvSpPr>
          <p:nvPr>
            <p:ph type="sldNum" sz="quarter" idx="49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405110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, 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37474"/>
            <a:ext cx="5389048" cy="1138428"/>
          </a:xfrm>
        </p:spPr>
        <p:txBody>
          <a:bodyPr/>
          <a:lstStyle>
            <a:lvl1pPr>
              <a:lnSpc>
                <a:spcPct val="9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1681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84125" y="6402118"/>
            <a:ext cx="2477765" cy="1905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32">
            <a:extLst>
              <a:ext uri="{FF2B5EF4-FFF2-40B4-BE49-F238E27FC236}">
                <a16:creationId xmlns:a16="http://schemas.microsoft.com/office/drawing/2014/main" id="{F5926A46-C988-D086-4174-F8FBD0BBA76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83333" y="251460"/>
            <a:ext cx="4830262" cy="2695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645336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 text, 1 wide, 4 box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F386EA67-4F2F-148C-4C0B-4ED51847E1FC}"/>
              </a:ext>
            </a:extLst>
          </p:cNvPr>
          <p:cNvSpPr/>
          <p:nvPr userDrawn="1"/>
        </p:nvSpPr>
        <p:spPr>
          <a:xfrm>
            <a:off x="6095207" y="0"/>
            <a:ext cx="6095206" cy="6858000"/>
          </a:xfrm>
          <a:prstGeom prst="rect">
            <a:avLst/>
          </a:prstGeom>
          <a:solidFill>
            <a:srgbClr val="F4F4F4"/>
          </a:solidFill>
          <a:ln w="12700">
            <a:miter lim="400000"/>
          </a:ln>
        </p:spPr>
        <p:txBody>
          <a:bodyPr tIns="45714" bIns="45714"/>
          <a:lstStyle/>
          <a:p>
            <a:pPr defTabSz="914507">
              <a:defRPr>
                <a:solidFill>
                  <a:srgbClr val="FFFFFF"/>
                </a:solidFill>
              </a:defRPr>
            </a:pPr>
            <a:endParaRPr sz="90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1C720593-52A8-3D1A-B0FF-0C191A225A9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80919" y="294047"/>
            <a:ext cx="507934" cy="507295"/>
          </a:xfrm>
          <a:prstGeom prst="rect">
            <a:avLst/>
          </a:prstGeom>
        </p:spPr>
        <p:txBody>
          <a:bodyPr lIns="91439" tIns="45719" rIns="91439" bIns="45719"/>
          <a:lstStyle>
            <a:lvl1pPr>
              <a:defRPr sz="1300"/>
            </a:lvl1pPr>
          </a:lstStyle>
          <a:p>
            <a:r>
              <a:rPr lang="en-US" dirty="0"/>
              <a:t>Pictogram</a:t>
            </a:r>
            <a:endParaRPr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2284E2D2-993A-98AA-02A5-0597A9AB7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5518944" cy="26609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B01B433-0F1E-3AD5-B140-EB21B36377D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84126" y="3418682"/>
            <a:ext cx="5518944" cy="257095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C5E1CB99-9D80-73E0-081B-109D5141D7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75788" y="888133"/>
            <a:ext cx="2482302" cy="209550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3C9599C7-E578-EBA2-FDCF-C2BDD4BD862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432066" y="294047"/>
            <a:ext cx="507934" cy="507295"/>
          </a:xfrm>
          <a:prstGeom prst="rect">
            <a:avLst/>
          </a:prstGeom>
        </p:spPr>
        <p:txBody>
          <a:bodyPr lIns="91439" tIns="45719" rIns="91439" bIns="45719"/>
          <a:lstStyle>
            <a:lvl1pPr>
              <a:defRPr sz="1300"/>
            </a:lvl1pPr>
          </a:lstStyle>
          <a:p>
            <a:r>
              <a:rPr lang="en-US" dirty="0"/>
              <a:t>Pictogram</a:t>
            </a:r>
            <a:endParaRPr dirty="0"/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B73174B4-4CCB-5F80-8810-85E21368BAD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426934" y="888133"/>
            <a:ext cx="2482302" cy="209550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8A672EBD-979E-99E4-1CCE-C902276FADE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380919" y="3717730"/>
            <a:ext cx="507934" cy="507296"/>
          </a:xfrm>
          <a:prstGeom prst="rect">
            <a:avLst/>
          </a:prstGeom>
        </p:spPr>
        <p:txBody>
          <a:bodyPr lIns="91439" tIns="45719" rIns="91439" bIns="45719"/>
          <a:lstStyle>
            <a:lvl1pPr>
              <a:defRPr sz="1300"/>
            </a:lvl1pPr>
          </a:lstStyle>
          <a:p>
            <a:r>
              <a:rPr lang="en-US" dirty="0"/>
              <a:t>Pictogram</a:t>
            </a:r>
            <a:endParaRPr dirty="0"/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2CCB7B0D-E90A-A006-62D5-6237D2FA650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75788" y="4311817"/>
            <a:ext cx="2482302" cy="19720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83635584-78AC-A570-6830-37EED0EBB1B6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432066" y="3717730"/>
            <a:ext cx="507934" cy="507296"/>
          </a:xfrm>
          <a:prstGeom prst="rect">
            <a:avLst/>
          </a:prstGeom>
        </p:spPr>
        <p:txBody>
          <a:bodyPr lIns="91439" tIns="45719" rIns="91439" bIns="45719"/>
          <a:lstStyle>
            <a:lvl1pPr>
              <a:defRPr sz="1300"/>
            </a:lvl1pPr>
          </a:lstStyle>
          <a:p>
            <a:r>
              <a:rPr lang="en-US" dirty="0"/>
              <a:t>Pictogram</a:t>
            </a:r>
            <a:endParaRPr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C722C9CA-3CB3-92E2-F40D-A20A2E1E2A5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426934" y="4311817"/>
            <a:ext cx="2482302" cy="1905088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3" name="Footer Placeholder 32">
            <a:extLst>
              <a:ext uri="{FF2B5EF4-FFF2-40B4-BE49-F238E27FC236}">
                <a16:creationId xmlns:a16="http://schemas.microsoft.com/office/drawing/2014/main" id="{456931FE-8FA3-7EE8-9F93-E6D0ED1253CE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B1568324-052B-783C-C327-79A9C1BBC1B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0579"/>
      </p:ext>
    </p:extLst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 box, 4 columns, callou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978B053C-905D-79FC-C4A5-BAE1BE30D0B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95441" y="1581702"/>
            <a:ext cx="2468349" cy="4197068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8304C2DC-8C47-AB30-A6EB-2BF239835B8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956" y="1581702"/>
            <a:ext cx="2468349" cy="4197068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E110E212-6315-C3B1-E59F-2D2C4B97BC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376473" y="1581702"/>
            <a:ext cx="2468349" cy="4197068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2FCCE0CD-52DD-0142-7E09-9690F08F381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416988" y="1581702"/>
            <a:ext cx="2468349" cy="4197068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AC5DB19-04B0-DF96-39A0-4FC4EF6CFD01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7580800-6BE2-FCB3-28FA-26D4DD6F13C4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18">
            <a:extLst>
              <a:ext uri="{FF2B5EF4-FFF2-40B4-BE49-F238E27FC236}">
                <a16:creationId xmlns:a16="http://schemas.microsoft.com/office/drawing/2014/main" id="{19E9E7E9-B580-ED41-A452-DCCBDE55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11616701" cy="8930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6627328"/>
      </p:ext>
    </p:extLst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 box, 4 columns, stat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B48D6FF7-E3E7-DC6A-533F-34D907302B46}"/>
              </a:ext>
            </a:extLst>
          </p:cNvPr>
          <p:cNvSpPr/>
          <p:nvPr userDrawn="1"/>
        </p:nvSpPr>
        <p:spPr>
          <a:xfrm>
            <a:off x="0" y="2821286"/>
            <a:ext cx="12190413" cy="4028815"/>
          </a:xfrm>
          <a:prstGeom prst="rect">
            <a:avLst/>
          </a:prstGeom>
          <a:solidFill>
            <a:srgbClr val="F4F4F4"/>
          </a:solidFill>
          <a:ln w="12700">
            <a:miter lim="400000"/>
          </a:ln>
        </p:spPr>
        <p:txBody>
          <a:bodyPr tIns="45714" bIns="45714"/>
          <a:lstStyle/>
          <a:p>
            <a:pPr defTabSz="914507">
              <a:spcBef>
                <a:spcPts val="1050"/>
              </a:spcBef>
              <a:defRPr>
                <a:solidFill>
                  <a:srgbClr val="FFFFFF"/>
                </a:solidFill>
              </a:defRPr>
            </a:pPr>
            <a:endParaRPr sz="900" dirty="0"/>
          </a:p>
        </p:txBody>
      </p:sp>
      <p:sp>
        <p:nvSpPr>
          <p:cNvPr id="13" name="Straight Connector 6">
            <a:extLst>
              <a:ext uri="{FF2B5EF4-FFF2-40B4-BE49-F238E27FC236}">
                <a16:creationId xmlns:a16="http://schemas.microsoft.com/office/drawing/2014/main" id="{A9442EA1-0087-0514-CB42-4E43CBD1AF1B}"/>
              </a:ext>
            </a:extLst>
          </p:cNvPr>
          <p:cNvSpPr/>
          <p:nvPr userDrawn="1"/>
        </p:nvSpPr>
        <p:spPr>
          <a:xfrm flipH="1">
            <a:off x="3047604" y="3048000"/>
            <a:ext cx="0" cy="2954275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4" name="Straight Connector 16">
            <a:extLst>
              <a:ext uri="{FF2B5EF4-FFF2-40B4-BE49-F238E27FC236}">
                <a16:creationId xmlns:a16="http://schemas.microsoft.com/office/drawing/2014/main" id="{99EC78E0-B535-3B52-B72B-902F7D0C013D}"/>
              </a:ext>
            </a:extLst>
          </p:cNvPr>
          <p:cNvSpPr/>
          <p:nvPr userDrawn="1"/>
        </p:nvSpPr>
        <p:spPr>
          <a:xfrm flipH="1">
            <a:off x="6093682" y="3048000"/>
            <a:ext cx="0" cy="2954275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5" name="Straight Connector 17">
            <a:extLst>
              <a:ext uri="{FF2B5EF4-FFF2-40B4-BE49-F238E27FC236}">
                <a16:creationId xmlns:a16="http://schemas.microsoft.com/office/drawing/2014/main" id="{5640BFEE-1DA3-69F8-C6B2-0DDD02D49469}"/>
              </a:ext>
            </a:extLst>
          </p:cNvPr>
          <p:cNvSpPr/>
          <p:nvPr userDrawn="1"/>
        </p:nvSpPr>
        <p:spPr>
          <a:xfrm>
            <a:off x="9142810" y="3048000"/>
            <a:ext cx="0" cy="2954275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121D4E59-780A-D339-95CF-7B33D611954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83332" y="288036"/>
            <a:ext cx="5458702" cy="23464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itle 33">
            <a:extLst>
              <a:ext uri="{FF2B5EF4-FFF2-40B4-BE49-F238E27FC236}">
                <a16:creationId xmlns:a16="http://schemas.microsoft.com/office/drawing/2014/main" id="{E27E0205-2BFB-B4EF-6D59-F4CD909F1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696468"/>
            <a:ext cx="11615939" cy="1759653"/>
          </a:xfrm>
        </p:spPr>
        <p:txBody>
          <a:bodyPr>
            <a:normAutofit/>
          </a:bodyPr>
          <a:lstStyle>
            <a:lvl1pPr>
              <a:defRPr b="0" i="0"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9" name="Text Placeholder 34">
            <a:extLst>
              <a:ext uri="{FF2B5EF4-FFF2-40B4-BE49-F238E27FC236}">
                <a16:creationId xmlns:a16="http://schemas.microsoft.com/office/drawing/2014/main" id="{923A60F9-EAC8-09F7-ECD1-038062F744A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86561" y="3219551"/>
            <a:ext cx="2476178" cy="882646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0" name="Text Placeholder 35">
            <a:extLst>
              <a:ext uri="{FF2B5EF4-FFF2-40B4-BE49-F238E27FC236}">
                <a16:creationId xmlns:a16="http://schemas.microsoft.com/office/drawing/2014/main" id="{68F22BA6-63BA-EE92-C7E3-07AFB94CB2C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86562" y="4207387"/>
            <a:ext cx="2474567" cy="1268382"/>
          </a:xfrm>
        </p:spPr>
        <p:txBody>
          <a:bodyPr/>
          <a:lstStyle>
            <a:lvl1pPr>
              <a:lnSpc>
                <a:spcPct val="100000"/>
              </a:lnSpc>
              <a:defRPr sz="8598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31" name="Text Placeholder 34">
            <a:extLst>
              <a:ext uri="{FF2B5EF4-FFF2-40B4-BE49-F238E27FC236}">
                <a16:creationId xmlns:a16="http://schemas.microsoft.com/office/drawing/2014/main" id="{930E6E05-26A9-A58E-0323-0A1A62D259C2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3327077" y="3219551"/>
            <a:ext cx="2476178" cy="882646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id="{98677CFD-84FF-C0D9-BF7A-D65AE649682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27077" y="4207387"/>
            <a:ext cx="2474567" cy="1268382"/>
          </a:xfrm>
        </p:spPr>
        <p:txBody>
          <a:bodyPr/>
          <a:lstStyle>
            <a:lvl1pPr>
              <a:lnSpc>
                <a:spcPct val="100000"/>
              </a:lnSpc>
              <a:defRPr sz="8598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33" name="Text Placeholder 34">
            <a:extLst>
              <a:ext uri="{FF2B5EF4-FFF2-40B4-BE49-F238E27FC236}">
                <a16:creationId xmlns:a16="http://schemas.microsoft.com/office/drawing/2014/main" id="{E2735689-BD9B-FCE3-67C5-A37516BACA0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388855" y="3219551"/>
            <a:ext cx="2476178" cy="882646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9E0C0648-41D3-E1B5-520A-9257C7B3D02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88856" y="4207387"/>
            <a:ext cx="2474567" cy="1268382"/>
          </a:xfrm>
        </p:spPr>
        <p:txBody>
          <a:bodyPr/>
          <a:lstStyle>
            <a:lvl1pPr>
              <a:lnSpc>
                <a:spcPct val="100000"/>
              </a:lnSpc>
              <a:defRPr sz="8598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C9A5C15F-A38B-6E83-5F54-F9157F9416D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429371" y="3219551"/>
            <a:ext cx="2476178" cy="882646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1115C236-8AF8-9D22-7936-EB9B3A76621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429371" y="4207387"/>
            <a:ext cx="2474567" cy="1268382"/>
          </a:xfrm>
        </p:spPr>
        <p:txBody>
          <a:bodyPr/>
          <a:lstStyle>
            <a:lvl1pPr>
              <a:lnSpc>
                <a:spcPct val="100000"/>
              </a:lnSpc>
              <a:defRPr sz="8598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D64ED925-1584-F2BA-C0C7-830BE3D6D7A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404675DA-114A-7961-E9B8-BBBFE8E79886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54121"/>
      </p:ext>
    </p:extLst>
  </p:cSld>
  <p:clrMapOvr>
    <a:masterClrMapping/>
  </p:clrMapOvr>
  <p:transition spd="med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 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">
            <a:extLst>
              <a:ext uri="{FF2B5EF4-FFF2-40B4-BE49-F238E27FC236}">
                <a16:creationId xmlns:a16="http://schemas.microsoft.com/office/drawing/2014/main" id="{4F783B11-D287-157F-7FD5-B767BBE45FE0}"/>
              </a:ext>
            </a:extLst>
          </p:cNvPr>
          <p:cNvSpPr/>
          <p:nvPr userDrawn="1"/>
        </p:nvSpPr>
        <p:spPr>
          <a:xfrm>
            <a:off x="0" y="6280786"/>
            <a:ext cx="12190413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655DA532-DD48-3DCC-AF79-07FFE4C51E3A}"/>
              </a:ext>
            </a:extLst>
          </p:cNvPr>
          <p:cNvSpPr/>
          <p:nvPr userDrawn="1"/>
        </p:nvSpPr>
        <p:spPr>
          <a:xfrm>
            <a:off x="-1" y="2163178"/>
            <a:ext cx="12190414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C3F8E579-A1C4-65D5-47EA-1405142175FA}"/>
              </a:ext>
            </a:extLst>
          </p:cNvPr>
          <p:cNvSpPr/>
          <p:nvPr userDrawn="1"/>
        </p:nvSpPr>
        <p:spPr>
          <a:xfrm flipH="1">
            <a:off x="6093632" y="2163178"/>
            <a:ext cx="0" cy="4112392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0CD9EFD7-4A03-3E69-95E7-4008D441D959}"/>
              </a:ext>
            </a:extLst>
          </p:cNvPr>
          <p:cNvSpPr/>
          <p:nvPr userDrawn="1"/>
        </p:nvSpPr>
        <p:spPr>
          <a:xfrm flipH="1">
            <a:off x="3049865" y="2163178"/>
            <a:ext cx="0" cy="4112392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CD470AD-EE82-080E-2160-588D5C816F12}"/>
              </a:ext>
            </a:extLst>
          </p:cNvPr>
          <p:cNvGrpSpPr/>
          <p:nvPr userDrawn="1"/>
        </p:nvGrpSpPr>
        <p:grpSpPr>
          <a:xfrm>
            <a:off x="9142810" y="2159000"/>
            <a:ext cx="3085698" cy="4764315"/>
            <a:chOff x="18288000" y="4318000"/>
            <a:chExt cx="6096000" cy="9410700"/>
          </a:xfrm>
        </p:grpSpPr>
        <p:pic>
          <p:nvPicPr>
            <p:cNvPr id="2" name="Bottom Layer.png" descr="Bottom Layer.png">
              <a:extLst>
                <a:ext uri="{FF2B5EF4-FFF2-40B4-BE49-F238E27FC236}">
                  <a16:creationId xmlns:a16="http://schemas.microsoft.com/office/drawing/2014/main" id="{5E448EF6-4FB6-FAD6-E976-D17C5809D2B8}"/>
                </a:ext>
              </a:extLst>
            </p:cNvPr>
            <p:cNvPicPr>
              <a:picLocks/>
            </p:cNvPicPr>
            <p:nvPr userDrawn="1"/>
          </p:nvPicPr>
          <p:blipFill>
            <a:blip r:embed="rId2"/>
            <a:srcRect t="34244" r="40057" b="34244"/>
            <a:stretch>
              <a:fillRect/>
            </a:stretch>
          </p:blipFill>
          <p:spPr>
            <a:xfrm>
              <a:off x="18288000" y="4330700"/>
              <a:ext cx="6096000" cy="939800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8" name="Overlay Layer.png" descr="Overlay Layer.png">
              <a:extLst>
                <a:ext uri="{FF2B5EF4-FFF2-40B4-BE49-F238E27FC236}">
                  <a16:creationId xmlns:a16="http://schemas.microsoft.com/office/drawing/2014/main" id="{01BD0625-D5FA-13A6-B3CE-CAAAC831DEF4}"/>
                </a:ext>
              </a:extLst>
            </p:cNvPr>
            <p:cNvPicPr>
              <a:picLocks/>
            </p:cNvPicPr>
            <p:nvPr userDrawn="1"/>
          </p:nvPicPr>
          <p:blipFill>
            <a:blip r:embed="rId3"/>
            <a:srcRect t="34244" b="34244"/>
            <a:stretch>
              <a:fillRect/>
            </a:stretch>
          </p:blipFill>
          <p:spPr>
            <a:xfrm>
              <a:off x="18297774" y="4318000"/>
              <a:ext cx="6078552" cy="9398000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" name="Text Placeholder 32">
            <a:extLst>
              <a:ext uri="{FF2B5EF4-FFF2-40B4-BE49-F238E27FC236}">
                <a16:creationId xmlns:a16="http://schemas.microsoft.com/office/drawing/2014/main" id="{97F06F7F-FA1E-8C9E-5422-B5AA2E85064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83332" y="288036"/>
            <a:ext cx="5458702" cy="23464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itle 33">
            <a:extLst>
              <a:ext uri="{FF2B5EF4-FFF2-40B4-BE49-F238E27FC236}">
                <a16:creationId xmlns:a16="http://schemas.microsoft.com/office/drawing/2014/main" id="{19DB7B44-61C6-89CA-42DA-B9C86639A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696468"/>
            <a:ext cx="11615939" cy="1162416"/>
          </a:xfrm>
        </p:spPr>
        <p:txBody>
          <a:bodyPr>
            <a:normAutofit/>
          </a:bodyPr>
          <a:lstStyle>
            <a:lvl1pPr>
              <a:defRPr b="0" i="0"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CCB124E1-DABB-4B1D-DFC3-FB025B2C6B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2435068"/>
            <a:ext cx="2477765" cy="3565682"/>
          </a:xfrm>
        </p:spPr>
        <p:txBody>
          <a:bodyPr/>
          <a:lstStyle>
            <a:lvl1pPr>
              <a:spcBef>
                <a:spcPts val="0"/>
              </a:spcBef>
              <a:defRPr sz="1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1422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82843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74265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5AF3B931-88CD-3096-77C2-8A45972C557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335602" y="2435068"/>
            <a:ext cx="2477765" cy="3565682"/>
          </a:xfrm>
        </p:spPr>
        <p:txBody>
          <a:bodyPr/>
          <a:lstStyle>
            <a:lvl1pPr>
              <a:spcBef>
                <a:spcPts val="0"/>
              </a:spcBef>
              <a:defRPr sz="1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1422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82843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74265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F285C96B-78D7-0FEE-21E0-33BB84EC1A4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83205" y="2435068"/>
            <a:ext cx="2477765" cy="3565682"/>
          </a:xfrm>
        </p:spPr>
        <p:txBody>
          <a:bodyPr/>
          <a:lstStyle>
            <a:lvl1pPr>
              <a:spcBef>
                <a:spcPts val="0"/>
              </a:spcBef>
              <a:defRPr sz="1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1422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82843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74265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AD224728-DCF6-74B5-2C26-B85B1BB292E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432371" y="2249126"/>
            <a:ext cx="2471566" cy="960306"/>
          </a:xfr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bg1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16F883AD-3E90-4976-9402-2FDEC3AC733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432372" y="3293207"/>
            <a:ext cx="2481088" cy="423863"/>
          </a:xfrm>
        </p:spPr>
        <p:txBody>
          <a:bodyPr/>
          <a:lstStyle>
            <a:lvl1pPr>
              <a:defRPr sz="12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3E13E254-67A8-3BE1-1263-4178CFA42793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D9D63EA8-7295-2642-ACE7-6851F5498AD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041534"/>
      </p:ext>
    </p:extLst>
  </p:cSld>
  <p:clrMapOvr>
    <a:masterClrMapping/>
  </p:clrMapOvr>
  <p:transition spd="med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text, 4 columns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5741D34D-6D0F-ECEE-18F6-6770FC5D7CA2}"/>
              </a:ext>
            </a:extLst>
          </p:cNvPr>
          <p:cNvSpPr/>
          <p:nvPr userDrawn="1"/>
        </p:nvSpPr>
        <p:spPr>
          <a:xfrm>
            <a:off x="0" y="1712714"/>
            <a:ext cx="12190413" cy="5142594"/>
          </a:xfrm>
          <a:prstGeom prst="rect">
            <a:avLst/>
          </a:prstGeom>
          <a:solidFill>
            <a:srgbClr val="F4F4F4"/>
          </a:solidFill>
          <a:ln w="12700">
            <a:miter lim="400000"/>
          </a:ln>
        </p:spPr>
        <p:txBody>
          <a:bodyPr lIns="0" tIns="0" rIns="0" bIns="0"/>
          <a:lstStyle/>
          <a:p>
            <a:pPr defTabSz="914507">
              <a:defRPr>
                <a:solidFill>
                  <a:srgbClr val="FFFFFF"/>
                </a:solidFill>
              </a:defRPr>
            </a:pPr>
            <a:endParaRPr sz="900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2697FB5-FE81-453E-2B91-96356E99014E}"/>
              </a:ext>
            </a:extLst>
          </p:cNvPr>
          <p:cNvSpPr txBox="1"/>
          <p:nvPr userDrawn="1"/>
        </p:nvSpPr>
        <p:spPr>
          <a:xfrm>
            <a:off x="284125" y="6477842"/>
            <a:ext cx="4284105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>
            <a:lvl1pPr defTabSz="1829379">
              <a:defRPr sz="1600">
                <a:latin typeface="IBM Plex Sans"/>
                <a:ea typeface="IBM Plex Sans"/>
                <a:cs typeface="IBM Plex Sans"/>
                <a:sym typeface="IBM Plex Sans"/>
              </a:defRPr>
            </a:lvl1pPr>
          </a:lstStyle>
          <a:p>
            <a:r>
              <a:rPr sz="800" dirty="0"/>
              <a:t>Confidential IBM Consulting 202</a:t>
            </a:r>
            <a:r>
              <a:rPr lang="en-US" altLang="zh-CN" sz="800" dirty="0"/>
              <a:t>5</a:t>
            </a:r>
            <a:endParaRPr sz="800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36016389-542C-EDF5-362E-C2021CD42D2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770048" y="6477842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6" name="Title 18">
            <a:extLst>
              <a:ext uri="{FF2B5EF4-FFF2-40B4-BE49-F238E27FC236}">
                <a16:creationId xmlns:a16="http://schemas.microsoft.com/office/drawing/2014/main" id="{DE41E956-EA74-9380-5FDA-E6E0B48EA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5519232" cy="117032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7" name="Text Placeholder 34">
            <a:extLst>
              <a:ext uri="{FF2B5EF4-FFF2-40B4-BE49-F238E27FC236}">
                <a16:creationId xmlns:a16="http://schemas.microsoft.com/office/drawing/2014/main" id="{CF698C9A-E14E-BA8F-52AC-ED183A6708A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77676" y="288036"/>
            <a:ext cx="5519232" cy="1170323"/>
          </a:xfrm>
        </p:spPr>
        <p:txBody>
          <a:bodyPr/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8" name="Text Placeholder 34">
            <a:extLst>
              <a:ext uri="{FF2B5EF4-FFF2-40B4-BE49-F238E27FC236}">
                <a16:creationId xmlns:a16="http://schemas.microsoft.com/office/drawing/2014/main" id="{73A2FB26-3B6E-3533-0927-E0C825D4477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86952" y="2358883"/>
            <a:ext cx="2475720" cy="1013460"/>
          </a:xfrm>
        </p:spPr>
        <p:txBody>
          <a:bodyPr/>
          <a:lstStyle>
            <a:lvl1pPr>
              <a:defRPr sz="1800"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5966B581-662C-6910-7106-21C4647D47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552275"/>
            <a:ext cx="2477765" cy="2448475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1422" indent="-91422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82843" indent="-91422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74265" indent="-91422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1" name="Text Placeholder 34">
            <a:extLst>
              <a:ext uri="{FF2B5EF4-FFF2-40B4-BE49-F238E27FC236}">
                <a16:creationId xmlns:a16="http://schemas.microsoft.com/office/drawing/2014/main" id="{2EE61E61-273E-EE35-72A3-E5F38F861D6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3339037" y="2358883"/>
            <a:ext cx="2475720" cy="1013461"/>
          </a:xfrm>
        </p:spPr>
        <p:txBody>
          <a:bodyPr/>
          <a:lstStyle>
            <a:lvl1pPr>
              <a:defRPr sz="1800"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D1D3467D-4F7C-1EAD-4DDF-812BC00DAE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40084" y="3552275"/>
            <a:ext cx="2477765" cy="2448475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1422" indent="-91422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82843" indent="-91422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74265" indent="-91422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3" name="Text Placeholder 34">
            <a:extLst>
              <a:ext uri="{FF2B5EF4-FFF2-40B4-BE49-F238E27FC236}">
                <a16:creationId xmlns:a16="http://schemas.microsoft.com/office/drawing/2014/main" id="{60A67445-DA43-D449-D9CD-7B043175D7DD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391122" y="2358883"/>
            <a:ext cx="2475720" cy="1013461"/>
          </a:xfrm>
        </p:spPr>
        <p:txBody>
          <a:bodyPr/>
          <a:lstStyle>
            <a:lvl1pPr>
              <a:defRPr sz="1800"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75F55E3-0EDB-B465-07A5-46FD55EBE75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92169" y="3552275"/>
            <a:ext cx="2477765" cy="2448475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1422" indent="-91422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82843" indent="-91422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74265" indent="-91422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CB117BB7-5907-1E8A-A388-0DE871DE312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416317" y="2358883"/>
            <a:ext cx="2475720" cy="1013461"/>
          </a:xfrm>
        </p:spPr>
        <p:txBody>
          <a:bodyPr/>
          <a:lstStyle>
            <a:lvl1pPr>
              <a:defRPr sz="1800"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4DB18AB7-5BFA-FCA2-CDA3-14A14A8B2FA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17363" y="3552275"/>
            <a:ext cx="2477765" cy="2448475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1422" indent="-91422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82843" indent="-91422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74265" indent="-91422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9766481"/>
      </p:ext>
    </p:extLst>
  </p:cSld>
  <p:clrMapOvr>
    <a:masterClrMapping/>
  </p:clrMapOvr>
  <p:transition spd="med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 alt. 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13CCD354-968B-948C-5924-F9C2604D8C44}"/>
              </a:ext>
            </a:extLst>
          </p:cNvPr>
          <p:cNvSpPr/>
          <p:nvPr userDrawn="1"/>
        </p:nvSpPr>
        <p:spPr>
          <a:xfrm>
            <a:off x="0" y="1263053"/>
            <a:ext cx="12190413" cy="4708723"/>
          </a:xfrm>
          <a:prstGeom prst="rect">
            <a:avLst/>
          </a:prstGeom>
          <a:gradFill>
            <a:gsLst>
              <a:gs pos="0">
                <a:srgbClr val="F4F4F4"/>
              </a:gs>
              <a:gs pos="100000">
                <a:srgbClr val="F4F4F4">
                  <a:alpha val="85047"/>
                </a:srgbClr>
              </a:gs>
            </a:gsLst>
            <a:lin ang="16200000"/>
          </a:gradFill>
          <a:ln w="12700">
            <a:miter lim="400000"/>
          </a:ln>
        </p:spPr>
        <p:txBody>
          <a:bodyPr tIns="45714" bIns="45714"/>
          <a:lstStyle/>
          <a:p>
            <a:pPr defTabSz="914507">
              <a:spcBef>
                <a:spcPts val="1050"/>
              </a:spcBef>
              <a:defRPr>
                <a:solidFill>
                  <a:srgbClr val="FFFFFF"/>
                </a:solidFill>
              </a:defRPr>
            </a:pPr>
            <a:endParaRPr sz="900"/>
          </a:p>
        </p:txBody>
      </p:sp>
      <p:sp>
        <p:nvSpPr>
          <p:cNvPr id="5" name="Group">
            <a:extLst>
              <a:ext uri="{FF2B5EF4-FFF2-40B4-BE49-F238E27FC236}">
                <a16:creationId xmlns:a16="http://schemas.microsoft.com/office/drawing/2014/main" id="{79B1A06E-4695-0620-33DA-FFDF33F6A2A7}"/>
              </a:ext>
            </a:extLst>
          </p:cNvPr>
          <p:cNvSpPr/>
          <p:nvPr userDrawn="1"/>
        </p:nvSpPr>
        <p:spPr>
          <a:xfrm>
            <a:off x="0" y="3617414"/>
            <a:ext cx="12190413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grpSp>
        <p:nvGrpSpPr>
          <p:cNvPr id="6" name="Group">
            <a:extLst>
              <a:ext uri="{FF2B5EF4-FFF2-40B4-BE49-F238E27FC236}">
                <a16:creationId xmlns:a16="http://schemas.microsoft.com/office/drawing/2014/main" id="{4009C901-8A17-71B1-E860-0F6ADC28E314}"/>
              </a:ext>
            </a:extLst>
          </p:cNvPr>
          <p:cNvGrpSpPr/>
          <p:nvPr userDrawn="1"/>
        </p:nvGrpSpPr>
        <p:grpSpPr>
          <a:xfrm>
            <a:off x="4052690" y="1263053"/>
            <a:ext cx="4090764" cy="4711692"/>
            <a:chOff x="0" y="0"/>
            <a:chExt cx="8182591" cy="9423381"/>
          </a:xfrm>
        </p:grpSpPr>
        <p:sp>
          <p:nvSpPr>
            <p:cNvPr id="7" name="Line">
              <a:extLst>
                <a:ext uri="{FF2B5EF4-FFF2-40B4-BE49-F238E27FC236}">
                  <a16:creationId xmlns:a16="http://schemas.microsoft.com/office/drawing/2014/main" id="{FCD0B584-B5E4-7FD5-FEEC-9FE40DD903AF}"/>
                </a:ext>
              </a:extLst>
            </p:cNvPr>
            <p:cNvSpPr/>
            <p:nvPr/>
          </p:nvSpPr>
          <p:spPr>
            <a:xfrm flipH="1">
              <a:off x="8182591" y="16188"/>
              <a:ext cx="1" cy="9407194"/>
            </a:xfrm>
            <a:prstGeom prst="line">
              <a:avLst/>
            </a:prstGeom>
            <a:noFill/>
            <a:ln w="254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217">
                <a:defRPr sz="800">
                  <a:latin typeface="IBM Plex Sans"/>
                  <a:ea typeface="IBM Plex Sans"/>
                  <a:cs typeface="IBM Plex Sans"/>
                  <a:sym typeface="IBM Plex Sans"/>
                </a:defRPr>
              </a:pPr>
              <a:endParaRPr sz="400"/>
            </a:p>
          </p:txBody>
        </p:sp>
        <p:sp>
          <p:nvSpPr>
            <p:cNvPr id="8" name="Line">
              <a:extLst>
                <a:ext uri="{FF2B5EF4-FFF2-40B4-BE49-F238E27FC236}">
                  <a16:creationId xmlns:a16="http://schemas.microsoft.com/office/drawing/2014/main" id="{787CE8CE-8CAC-17AE-8C8E-19373E25218A}"/>
                </a:ext>
              </a:extLst>
            </p:cNvPr>
            <p:cNvSpPr/>
            <p:nvPr/>
          </p:nvSpPr>
          <p:spPr>
            <a:xfrm flipH="1">
              <a:off x="-1" y="0"/>
              <a:ext cx="2" cy="9407193"/>
            </a:xfrm>
            <a:prstGeom prst="line">
              <a:avLst/>
            </a:prstGeom>
            <a:noFill/>
            <a:ln w="254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217">
                <a:defRPr sz="800">
                  <a:latin typeface="IBM Plex Sans"/>
                  <a:ea typeface="IBM Plex Sans"/>
                  <a:cs typeface="IBM Plex Sans"/>
                  <a:sym typeface="IBM Plex Sans"/>
                </a:defRPr>
              </a:pPr>
              <a:endParaRPr sz="400"/>
            </a:p>
          </p:txBody>
        </p:sp>
      </p:grpSp>
      <p:sp>
        <p:nvSpPr>
          <p:cNvPr id="19" name="Title 18">
            <a:extLst>
              <a:ext uri="{FF2B5EF4-FFF2-40B4-BE49-F238E27FC236}">
                <a16:creationId xmlns:a16="http://schemas.microsoft.com/office/drawing/2014/main" id="{96421832-EED9-5061-FD65-FD1BE6E55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7855456" cy="735983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D24F4AF-B8F5-43FF-9E48-C7DDCEB1E6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8" y="1549952"/>
            <a:ext cx="3378974" cy="1820335"/>
          </a:xfrm>
        </p:spPr>
        <p:txBody>
          <a:bodyPr/>
          <a:lstStyle>
            <a:lvl1pPr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1pPr>
            <a:lvl2pPr marL="91422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2pPr>
            <a:lvl3pPr marL="182843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3pPr>
            <a:lvl4pPr marL="274265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B565F6E8-7725-7EBB-9C8D-727D574C4A3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42598" y="1549952"/>
            <a:ext cx="3378974" cy="1820335"/>
          </a:xfrm>
        </p:spPr>
        <p:txBody>
          <a:bodyPr/>
          <a:lstStyle>
            <a:lvl1pPr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1pPr>
            <a:lvl2pPr marL="91422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2pPr>
            <a:lvl3pPr marL="182843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3pPr>
            <a:lvl4pPr marL="274265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C6857BBD-B6A0-646C-F5C7-0FE739BA616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556862" y="1549952"/>
            <a:ext cx="3378974" cy="1820335"/>
          </a:xfrm>
        </p:spPr>
        <p:txBody>
          <a:bodyPr/>
          <a:lstStyle>
            <a:lvl1pPr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1pPr>
            <a:lvl2pPr marL="91422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2pPr>
            <a:lvl3pPr marL="182843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3pPr>
            <a:lvl4pPr marL="274265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63DA35C-D3EE-D364-0844-EB35E2F49A5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87998" y="3889740"/>
            <a:ext cx="3378974" cy="1820335"/>
          </a:xfrm>
        </p:spPr>
        <p:txBody>
          <a:bodyPr/>
          <a:lstStyle>
            <a:lvl1pPr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1pPr>
            <a:lvl2pPr marL="91422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2pPr>
            <a:lvl3pPr marL="182843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3pPr>
            <a:lvl4pPr marL="274265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6071851-596F-F662-08E9-C682E757163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442598" y="3889740"/>
            <a:ext cx="3378974" cy="1820335"/>
          </a:xfrm>
        </p:spPr>
        <p:txBody>
          <a:bodyPr/>
          <a:lstStyle>
            <a:lvl1pPr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1pPr>
            <a:lvl2pPr marL="91422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2pPr>
            <a:lvl3pPr marL="182843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3pPr>
            <a:lvl4pPr marL="274265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17538A6-FE5F-7692-8C78-0EE4C2B9D87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556862" y="3889740"/>
            <a:ext cx="3378974" cy="1820335"/>
          </a:xfrm>
        </p:spPr>
        <p:txBody>
          <a:bodyPr/>
          <a:lstStyle>
            <a:lvl1pPr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1pPr>
            <a:lvl2pPr marL="91422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2pPr>
            <a:lvl3pPr marL="182843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3pPr>
            <a:lvl4pPr marL="274265" indent="-91422">
              <a:spcBef>
                <a:spcPts val="0"/>
              </a:spcBef>
              <a:defRPr sz="1200" b="0" i="0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B4C04264-2FF7-8581-01C8-09F7852471E3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5BFD9F4E-9E50-210D-7F46-8F0EB29BDC48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23775"/>
      </p:ext>
    </p:extLst>
  </p:cSld>
  <p:clrMapOvr>
    <a:masterClrMapping/>
  </p:clrMapOvr>
  <p:transition spd="med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, 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F4DB7407-154E-E701-BF13-DD1EABE26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DBF925FE-C74B-B6CB-177B-0F7547FA869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2554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5494056-84AA-B5CD-4367-DEE13E0198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D9F74ECD-DF0C-257A-A643-237F93C36A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50C2812-2522-A8DB-9386-EFC0A0C34D3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34141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4D69B492-F3C4-53A5-5DAC-50429DC32A5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F1D8C7AE-2133-3A01-00CF-075EC57C2F3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5" name="Footer Placeholder 3">
            <a:extLst>
              <a:ext uri="{FF2B5EF4-FFF2-40B4-BE49-F238E27FC236}">
                <a16:creationId xmlns:a16="http://schemas.microsoft.com/office/drawing/2014/main" id="{68FA96BF-806E-0336-66A5-8A3DE257D3F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36" name="Slide Number">
            <a:extLst>
              <a:ext uri="{FF2B5EF4-FFF2-40B4-BE49-F238E27FC236}">
                <a16:creationId xmlns:a16="http://schemas.microsoft.com/office/drawing/2014/main" id="{782C81A5-EBD8-274E-9AAA-E73F9931E1C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024369"/>
      </p:ext>
    </p:extLst>
  </p:cSld>
  <p:clrMapOvr>
    <a:masterClrMapping/>
  </p:clrMapOvr>
  <p:transition spd="med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, alt. boxes, 6 stacked, lrg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5519019" cy="1706563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8" y="3332988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69591"/>
      </p:ext>
    </p:extLst>
  </p:cSld>
  <p:clrMapOvr>
    <a:masterClrMapping/>
  </p:clrMapOvr>
  <p:transition spd="med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, 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02641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0919" y="284956"/>
            <a:ext cx="5523781" cy="6287294"/>
          </a:xfrm>
          <a:solidFill>
            <a:srgbClr val="E0E0E0"/>
          </a:solidFill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FFBC97-C8FB-FD66-0BDA-DFBDD349234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663239"/>
      </p:ext>
    </p:extLst>
  </p:cSld>
  <p:clrMapOvr>
    <a:masterClrMapping/>
  </p:clrMapOvr>
  <p:transition spd="med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 table or chart, side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7A9A26BC-3209-86AF-5882-E07A0344F4B9}"/>
              </a:ext>
            </a:extLst>
          </p:cNvPr>
          <p:cNvSpPr/>
          <p:nvPr userDrawn="1"/>
        </p:nvSpPr>
        <p:spPr>
          <a:xfrm>
            <a:off x="3047354" y="-1842"/>
            <a:ext cx="9143059" cy="6284170"/>
          </a:xfrm>
          <a:prstGeom prst="rect">
            <a:avLst/>
          </a:prstGeom>
          <a:solidFill>
            <a:srgbClr val="F4F4F4"/>
          </a:solidFill>
          <a:ln w="12700">
            <a:miter lim="400000"/>
          </a:ln>
        </p:spPr>
        <p:txBody>
          <a:bodyPr tIns="45714" bIns="45714"/>
          <a:lstStyle/>
          <a:p>
            <a:pPr>
              <a:spcBef>
                <a:spcPts val="1050"/>
              </a:spcBef>
              <a:tabLst>
                <a:tab pos="1650670" algn="l"/>
              </a:tabLst>
              <a:defRPr sz="4400">
                <a:solidFill>
                  <a:schemeClr val="accent1"/>
                </a:solidFill>
                <a:latin typeface="IBM Plex Serif Light"/>
                <a:ea typeface="IBM Plex Serif Light"/>
                <a:cs typeface="IBM Plex Serif Light"/>
                <a:sym typeface="IBM Plex Serif Light"/>
              </a:defRPr>
            </a:pPr>
            <a:endParaRPr sz="2200"/>
          </a:p>
        </p:txBody>
      </p:sp>
      <p:sp>
        <p:nvSpPr>
          <p:cNvPr id="5" name="Group">
            <a:extLst>
              <a:ext uri="{FF2B5EF4-FFF2-40B4-BE49-F238E27FC236}">
                <a16:creationId xmlns:a16="http://schemas.microsoft.com/office/drawing/2014/main" id="{CCA5287B-9312-154A-E697-97E3EA4D34D4}"/>
              </a:ext>
            </a:extLst>
          </p:cNvPr>
          <p:cNvSpPr/>
          <p:nvPr userDrawn="1"/>
        </p:nvSpPr>
        <p:spPr>
          <a:xfrm flipH="1">
            <a:off x="3049865" y="0"/>
            <a:ext cx="0" cy="6284170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1" name="Line">
            <a:extLst>
              <a:ext uri="{FF2B5EF4-FFF2-40B4-BE49-F238E27FC236}">
                <a16:creationId xmlns:a16="http://schemas.microsoft.com/office/drawing/2014/main" id="{32C4BECC-629A-85BB-0C73-190C7F18AB45}"/>
              </a:ext>
            </a:extLst>
          </p:cNvPr>
          <p:cNvSpPr/>
          <p:nvPr userDrawn="1"/>
        </p:nvSpPr>
        <p:spPr>
          <a:xfrm>
            <a:off x="0" y="6284516"/>
            <a:ext cx="12190413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4839449-F1D8-0303-C2B5-56EBC508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34555"/>
            <a:ext cx="2463738" cy="860740"/>
          </a:xfrm>
        </p:spPr>
        <p:txBody>
          <a:bodyPr/>
          <a:lstStyle>
            <a:lvl1pPr>
              <a:lnSpc>
                <a:spcPct val="100000"/>
              </a:lnSpc>
              <a:defRPr sz="2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34">
            <a:extLst>
              <a:ext uri="{FF2B5EF4-FFF2-40B4-BE49-F238E27FC236}">
                <a16:creationId xmlns:a16="http://schemas.microsoft.com/office/drawing/2014/main" id="{37F7CE3D-B097-66B3-3C5E-21F8E339509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98152" y="1266674"/>
            <a:ext cx="2463738" cy="882646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D98CFAB-3AAF-7E6C-545C-517F2BAC8BA5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6E88637-94C9-D67B-E025-C56664F5075A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242125"/>
      </p:ext>
    </p:extLst>
  </p:cSld>
  <p:clrMapOvr>
    <a:masterClrMapping/>
  </p:clrMapOvr>
  <p:transition spd="med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 table or chart, 3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traight Connector 14">
            <a:extLst>
              <a:ext uri="{FF2B5EF4-FFF2-40B4-BE49-F238E27FC236}">
                <a16:creationId xmlns:a16="http://schemas.microsoft.com/office/drawing/2014/main" id="{B7D5552E-AF43-05BA-3E44-C99CEA5163B3}"/>
              </a:ext>
            </a:extLst>
          </p:cNvPr>
          <p:cNvSpPr/>
          <p:nvPr userDrawn="1"/>
        </p:nvSpPr>
        <p:spPr>
          <a:xfrm flipH="1">
            <a:off x="6095999" y="284957"/>
            <a:ext cx="0" cy="571579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22857" rIns="22857"/>
          <a:lstStyle/>
          <a:p>
            <a:pPr defTabSz="457109">
              <a:defRPr sz="2400"/>
            </a:pPr>
            <a:endParaRPr sz="120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5931D49D-A3BA-E139-CE09-0736E19066D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10E78260-1F22-794C-869D-D23CEBDACDE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BEE5E1BF-AFD7-070F-FEAC-D400D0B3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4280232" cy="1706563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C1E4C6D-4921-2BF5-65DA-9FD4B5C8C4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8" y="2571750"/>
            <a:ext cx="4280232" cy="342661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355009950"/>
      </p:ext>
    </p:extLst>
  </p:cSld>
  <p:clrMapOvr>
    <a:masterClrMapping/>
  </p:clrMapOvr>
  <p:transition spd="med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 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23086DD-E01E-34EB-07C4-4587D2062F7A}"/>
              </a:ext>
            </a:extLst>
          </p:cNvPr>
          <p:cNvSpPr/>
          <p:nvPr userDrawn="1"/>
        </p:nvSpPr>
        <p:spPr>
          <a:xfrm>
            <a:off x="0" y="2571750"/>
            <a:ext cx="12190413" cy="3590582"/>
          </a:xfrm>
          <a:prstGeom prst="rect">
            <a:avLst/>
          </a:prstGeom>
          <a:solidFill>
            <a:srgbClr val="F4F4F4"/>
          </a:solidFill>
          <a:ln w="12700">
            <a:miter lim="400000"/>
          </a:ln>
        </p:spPr>
        <p:txBody>
          <a:bodyPr tIns="45714" bIns="45714"/>
          <a:lstStyle/>
          <a:p>
            <a:pPr defTabSz="914507">
              <a:spcBef>
                <a:spcPts val="1050"/>
              </a:spcBef>
              <a:defRPr>
                <a:solidFill>
                  <a:srgbClr val="FFFFFF"/>
                </a:solidFill>
              </a:defRPr>
            </a:pPr>
            <a:endParaRPr sz="90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6E89016-58B6-B392-923B-9C4FA1DF5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11610715" cy="5349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4">
            <a:extLst>
              <a:ext uri="{FF2B5EF4-FFF2-40B4-BE49-F238E27FC236}">
                <a16:creationId xmlns:a16="http://schemas.microsoft.com/office/drawing/2014/main" id="{0E4066A1-0E50-8071-04EB-E8D624B28DF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88887" y="945394"/>
            <a:ext cx="4279343" cy="882646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F531819-D434-7245-CA74-6A371C5047AB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A7BC34-9571-1BB2-D1E9-AF84C70B6A26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97227"/>
      </p:ext>
    </p:extLst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 alt. 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6E89016-58B6-B392-923B-9C4FA1DF5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11610715" cy="5349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F531819-D434-7245-CA74-6A371C5047AB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A7BC34-9571-1BB2-D1E9-AF84C70B6A26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id="{7BF8C6AF-0B6C-F7ED-64E2-3FFAD13BA576}"/>
              </a:ext>
            </a:extLst>
          </p:cNvPr>
          <p:cNvSpPr/>
          <p:nvPr userDrawn="1"/>
        </p:nvSpPr>
        <p:spPr>
          <a:xfrm>
            <a:off x="0" y="1299084"/>
            <a:ext cx="12190413" cy="4857751"/>
          </a:xfrm>
          <a:prstGeom prst="rect">
            <a:avLst/>
          </a:prstGeom>
          <a:gradFill>
            <a:gsLst>
              <a:gs pos="0">
                <a:srgbClr val="F4F4F4"/>
              </a:gs>
              <a:gs pos="100000">
                <a:srgbClr val="F4F4F4">
                  <a:alpha val="85047"/>
                </a:srgbClr>
              </a:gs>
            </a:gsLst>
            <a:lin ang="16200000"/>
          </a:gradFill>
          <a:ln w="12700">
            <a:miter lim="400000"/>
          </a:ln>
        </p:spPr>
        <p:txBody>
          <a:bodyPr tIns="45714" bIns="45714"/>
          <a:lstStyle/>
          <a:p>
            <a:pPr defTabSz="914507">
              <a:defRPr>
                <a:solidFill>
                  <a:srgbClr val="FFFFFF"/>
                </a:solidFill>
              </a:defRPr>
            </a:pP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023043417"/>
      </p:ext>
    </p:extLst>
  </p:cSld>
  <p:clrMapOvr>
    <a:masterClrMapping/>
  </p:clrMapOvr>
  <p:transition spd="med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 alt. box, callout, blue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ooter Placeholder 47">
            <a:extLst>
              <a:ext uri="{FF2B5EF4-FFF2-40B4-BE49-F238E27FC236}">
                <a16:creationId xmlns:a16="http://schemas.microsoft.com/office/drawing/2014/main" id="{B506D06C-4F4C-6282-19DD-9CEC9A785E1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9639895" y="6592618"/>
            <a:ext cx="2477701" cy="192024"/>
          </a:xfrm>
        </p:spPr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49" name="Slide Number Placeholder 48">
            <a:extLst>
              <a:ext uri="{FF2B5EF4-FFF2-40B4-BE49-F238E27FC236}">
                <a16:creationId xmlns:a16="http://schemas.microsoft.com/office/drawing/2014/main" id="{B00ABC99-8CD7-7595-37EE-CC346B2BD0D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0" name="Title 49">
            <a:extLst>
              <a:ext uri="{FF2B5EF4-FFF2-40B4-BE49-F238E27FC236}">
                <a16:creationId xmlns:a16="http://schemas.microsoft.com/office/drawing/2014/main" id="{27ACABE9-4D4B-6E62-CAD9-77C1522B3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11293592" cy="569214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E0E22D91-43C5-6EDD-C06A-E5950172D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28522" y="1194508"/>
            <a:ext cx="2472210" cy="3565682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bg1"/>
                </a:solidFill>
                <a:latin typeface="IBM Plex Sans Light" panose="020B0403050203000203" pitchFamily="34" charset="0"/>
              </a:defRPr>
            </a:lvl1pPr>
            <a:lvl2pPr marL="91422" indent="-91422">
              <a:spcBef>
                <a:spcPts val="0"/>
              </a:spcBef>
              <a:defRPr sz="1400" b="0" i="0">
                <a:solidFill>
                  <a:schemeClr val="bg1"/>
                </a:solidFill>
                <a:latin typeface="IBM Plex Sans Light" panose="020B0403050203000203" pitchFamily="34" charset="0"/>
              </a:defRPr>
            </a:lvl2pPr>
            <a:lvl3pPr marL="182843" indent="-91422">
              <a:spcBef>
                <a:spcPts val="0"/>
              </a:spcBef>
              <a:defRPr sz="1400" b="0" i="0">
                <a:solidFill>
                  <a:schemeClr val="bg1"/>
                </a:solidFill>
                <a:latin typeface="IBM Plex Sans Light" panose="020B0403050203000203" pitchFamily="34" charset="0"/>
              </a:defRPr>
            </a:lvl3pPr>
            <a:lvl4pPr marL="274265" indent="-91422">
              <a:spcBef>
                <a:spcPts val="0"/>
              </a:spcBef>
              <a:defRPr sz="1400" b="0" i="0">
                <a:solidFill>
                  <a:schemeClr val="bg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586485808"/>
      </p:ext>
    </p:extLst>
  </p:cSld>
  <p:clrMapOvr>
    <a:masterClrMapping/>
  </p:clrMapOvr>
  <p:transition spd="med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 alt. table (wid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842BAAD0-95E6-1231-61CB-8BC2C5FD9E5C}"/>
              </a:ext>
            </a:extLst>
          </p:cNvPr>
          <p:cNvSpPr/>
          <p:nvPr userDrawn="1"/>
        </p:nvSpPr>
        <p:spPr>
          <a:xfrm>
            <a:off x="-14655" y="1589661"/>
            <a:ext cx="12219722" cy="4699001"/>
          </a:xfrm>
          <a:prstGeom prst="rect">
            <a:avLst/>
          </a:prstGeom>
          <a:solidFill>
            <a:srgbClr val="F4F4F4"/>
          </a:solidFill>
          <a:ln w="12700">
            <a:miter lim="400000"/>
          </a:ln>
        </p:spPr>
        <p:txBody>
          <a:bodyPr tIns="45714" bIns="45714" anchor="ctr"/>
          <a:lstStyle/>
          <a:p>
            <a:pPr defTabSz="914217">
              <a:defRPr sz="800">
                <a:latin typeface="+mj-lt"/>
                <a:ea typeface="+mj-ea"/>
                <a:cs typeface="+mj-cs"/>
                <a:sym typeface="IBM Plex Mono"/>
              </a:defRPr>
            </a:pPr>
            <a:endParaRPr sz="40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60D76D-7660-7419-505F-45E6D1169A6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D7C1DD-9846-81F1-2A97-D2552D16FF7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F4D9054-F65A-2618-6F18-2F3F9EE8E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37474"/>
            <a:ext cx="8569098" cy="671341"/>
          </a:xfrm>
        </p:spPr>
        <p:txBody>
          <a:bodyPr/>
          <a:lstStyle>
            <a:lvl1pPr>
              <a:lnSpc>
                <a:spcPct val="9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32">
            <a:extLst>
              <a:ext uri="{FF2B5EF4-FFF2-40B4-BE49-F238E27FC236}">
                <a16:creationId xmlns:a16="http://schemas.microsoft.com/office/drawing/2014/main" id="{022BF21D-9590-8DD1-F188-BC846E66B2A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83333" y="251460"/>
            <a:ext cx="4830262" cy="2695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3399209"/>
      </p:ext>
    </p:extLst>
  </p:cSld>
  <p:clrMapOvr>
    <a:masterClrMapping/>
  </p:clrMapOvr>
  <p:transition spd="med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 1/3 imagery, sta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A57B4238-66B5-AA81-AF1B-1265C626EACC}"/>
              </a:ext>
            </a:extLst>
          </p:cNvPr>
          <p:cNvSpPr>
            <a:spLocks noGrp="1"/>
          </p:cNvSpPr>
          <p:nvPr>
            <p:ph type="pic" sz="half" idx="21"/>
          </p:nvPr>
        </p:nvSpPr>
        <p:spPr>
          <a:xfrm>
            <a:off x="4571404" y="296791"/>
            <a:ext cx="4061373" cy="5700804"/>
          </a:xfrm>
          <a:prstGeom prst="rect">
            <a:avLst/>
          </a:prstGeom>
          <a:solidFill>
            <a:srgbClr val="F4F4F4"/>
          </a:solidFill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55ECBE50-0207-7910-DC6F-0F4AFFF05CFB}"/>
              </a:ext>
            </a:extLst>
          </p:cNvPr>
          <p:cNvSpPr/>
          <p:nvPr userDrawn="1"/>
        </p:nvSpPr>
        <p:spPr>
          <a:xfrm>
            <a:off x="0" y="298470"/>
            <a:ext cx="12222839" cy="0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C9939D87-1CD5-3998-EDA0-A8BA1C91756F}"/>
              </a:ext>
            </a:extLst>
          </p:cNvPr>
          <p:cNvSpPr/>
          <p:nvPr userDrawn="1"/>
        </p:nvSpPr>
        <p:spPr>
          <a:xfrm>
            <a:off x="0" y="5997596"/>
            <a:ext cx="12222839" cy="0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C976A621-8C66-4431-E366-FD14D94F0856}"/>
              </a:ext>
            </a:extLst>
          </p:cNvPr>
          <p:cNvSpPr/>
          <p:nvPr userDrawn="1"/>
        </p:nvSpPr>
        <p:spPr>
          <a:xfrm flipH="1">
            <a:off x="8629082" y="0"/>
            <a:ext cx="0" cy="6857967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1" name="Line">
            <a:extLst>
              <a:ext uri="{FF2B5EF4-FFF2-40B4-BE49-F238E27FC236}">
                <a16:creationId xmlns:a16="http://schemas.microsoft.com/office/drawing/2014/main" id="{3ECF693A-4E03-55F8-220D-B40D36822324}"/>
              </a:ext>
            </a:extLst>
          </p:cNvPr>
          <p:cNvSpPr/>
          <p:nvPr userDrawn="1"/>
        </p:nvSpPr>
        <p:spPr>
          <a:xfrm flipH="1">
            <a:off x="4571404" y="0"/>
            <a:ext cx="1" cy="6858000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4A3B12A2-683E-7A60-03D6-BB11B7B17109}"/>
              </a:ext>
            </a:extLst>
          </p:cNvPr>
          <p:cNvSpPr txBox="1"/>
          <p:nvPr userDrawn="1"/>
        </p:nvSpPr>
        <p:spPr>
          <a:xfrm>
            <a:off x="284125" y="6477842"/>
            <a:ext cx="2476178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>
            <a:lvl1pPr defTabSz="1829379">
              <a:defRPr sz="1600">
                <a:latin typeface="IBM Plex Sans"/>
                <a:ea typeface="IBM Plex Sans"/>
                <a:cs typeface="IBM Plex Sans"/>
                <a:sym typeface="IBM Plex Sans"/>
              </a:defRPr>
            </a:lvl1pPr>
          </a:lstStyle>
          <a:p>
            <a:r>
              <a:rPr sz="800" dirty="0"/>
              <a:t>Confidential IBM Consulting 202</a:t>
            </a:r>
            <a:r>
              <a:rPr lang="en-US" altLang="zh-CN" sz="800" dirty="0"/>
              <a:t>5</a:t>
            </a:r>
            <a:endParaRPr sz="800" dirty="0"/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2D7D6FF8-8E22-B143-82D0-92E74BE0C89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771318" y="6477842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944A7BB6-198D-9758-CD88-B9BDC0D6173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145623" y="826890"/>
            <a:ext cx="507934" cy="508001"/>
          </a:xfrm>
          <a:prstGeom prst="rect">
            <a:avLst/>
          </a:prstGeom>
        </p:spPr>
        <p:txBody>
          <a:bodyPr lIns="91439" tIns="45719" rIns="91439" bIns="45719"/>
          <a:lstStyle>
            <a:lvl1pPr>
              <a:defRPr sz="1200"/>
            </a:lvl1pPr>
          </a:lstStyle>
          <a:p>
            <a:pPr marL="0" marR="0" lvl="0" indent="0" algn="l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err="1"/>
              <a:t>Pictocgram</a:t>
            </a:r>
            <a:endParaRPr lang="en-US" sz="1800" dirty="0"/>
          </a:p>
          <a:p>
            <a:endParaRPr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E74A136-3F07-3FDF-3B26-09CEE719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612114"/>
            <a:ext cx="4065499" cy="1706563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166D2CFE-2AD3-5835-247E-086823E491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2632321"/>
            <a:ext cx="4065499" cy="293464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EF12D0F-59B2-D83A-6CB4-0F51E75EDA7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45095" y="1454541"/>
            <a:ext cx="2755637" cy="172827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D266F5E4-145C-84E8-73DA-8576279F078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45095" y="3574838"/>
            <a:ext cx="1840856" cy="631986"/>
          </a:xfrm>
        </p:spPr>
        <p:txBody>
          <a:bodyPr/>
          <a:lstStyle>
            <a:lvl1pPr>
              <a:defRPr sz="4299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BB69A1D9-7F98-5731-75DD-C5C081AA9BF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45096" y="4273730"/>
            <a:ext cx="2475797" cy="488783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988485"/>
      </p:ext>
    </p:extLst>
  </p:cSld>
  <p:clrMapOvr>
    <a:masterClrMapping/>
  </p:clrMapOvr>
  <p:transition spd="med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 alt. 1/3 imagery comp, sta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ottom Layer.png" descr="Bottom Layer.png">
            <a:extLst>
              <a:ext uri="{FF2B5EF4-FFF2-40B4-BE49-F238E27FC236}">
                <a16:creationId xmlns:a16="http://schemas.microsoft.com/office/drawing/2014/main" id="{E8DEF97B-4547-0EA0-F9BF-1BDB2875CA58}"/>
              </a:ext>
            </a:extLst>
          </p:cNvPr>
          <p:cNvPicPr>
            <a:picLocks/>
          </p:cNvPicPr>
          <p:nvPr userDrawn="1"/>
        </p:nvPicPr>
        <p:blipFill>
          <a:blip r:embed="rId2"/>
          <a:srcRect t="34244" b="34244"/>
          <a:stretch>
            <a:fillRect/>
          </a:stretch>
        </p:blipFill>
        <p:spPr>
          <a:xfrm>
            <a:off x="285713" y="285750"/>
            <a:ext cx="7339644" cy="581025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Line">
            <a:extLst>
              <a:ext uri="{FF2B5EF4-FFF2-40B4-BE49-F238E27FC236}">
                <a16:creationId xmlns:a16="http://schemas.microsoft.com/office/drawing/2014/main" id="{FC91CA92-5AFE-0A52-236C-9236A90E953B}"/>
              </a:ext>
            </a:extLst>
          </p:cNvPr>
          <p:cNvSpPr/>
          <p:nvPr userDrawn="1"/>
        </p:nvSpPr>
        <p:spPr>
          <a:xfrm>
            <a:off x="-32427" y="541034"/>
            <a:ext cx="12244269" cy="0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pic>
        <p:nvPicPr>
          <p:cNvPr id="8" name="Overlay Layer.png" descr="Overlay Layer.png">
            <a:extLst>
              <a:ext uri="{FF2B5EF4-FFF2-40B4-BE49-F238E27FC236}">
                <a16:creationId xmlns:a16="http://schemas.microsoft.com/office/drawing/2014/main" id="{CB5A84AF-7651-D8D6-354A-6F8F1AE5DBBF}"/>
              </a:ext>
            </a:extLst>
          </p:cNvPr>
          <p:cNvPicPr>
            <a:picLocks/>
          </p:cNvPicPr>
          <p:nvPr userDrawn="1"/>
        </p:nvPicPr>
        <p:blipFill>
          <a:blip r:embed="rId3"/>
          <a:srcRect t="34244" b="34244"/>
          <a:stretch>
            <a:fillRect/>
          </a:stretch>
        </p:blipFill>
        <p:spPr>
          <a:xfrm>
            <a:off x="285713" y="285750"/>
            <a:ext cx="7339644" cy="581025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Line">
            <a:extLst>
              <a:ext uri="{FF2B5EF4-FFF2-40B4-BE49-F238E27FC236}">
                <a16:creationId xmlns:a16="http://schemas.microsoft.com/office/drawing/2014/main" id="{4C9F19E4-21E6-E72E-86DD-9F14EDF119E6}"/>
              </a:ext>
            </a:extLst>
          </p:cNvPr>
          <p:cNvSpPr/>
          <p:nvPr userDrawn="1"/>
        </p:nvSpPr>
        <p:spPr>
          <a:xfrm flipH="1">
            <a:off x="6783485" y="0"/>
            <a:ext cx="0" cy="6858000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pic>
        <p:nvPicPr>
          <p:cNvPr id="12" name="Group 41" descr="Group 41">
            <a:extLst>
              <a:ext uri="{FF2B5EF4-FFF2-40B4-BE49-F238E27FC236}">
                <a16:creationId xmlns:a16="http://schemas.microsoft.com/office/drawing/2014/main" id="{AA715311-65FC-CB58-0C39-E5097C72E353}"/>
              </a:ext>
            </a:extLst>
          </p:cNvPr>
          <p:cNvPicPr>
            <a:picLocks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761869" y="524352"/>
            <a:ext cx="5449973" cy="5718107"/>
          </a:xfrm>
          <a:prstGeom prst="rect">
            <a:avLst/>
          </a:prstGeom>
          <a:ln w="12700">
            <a:miter lim="400000"/>
          </a:ln>
          <a:effectLst>
            <a:reflection stA="50000" endPos="40000" dir="5400000" sy="-100000" algn="bl" rotWithShape="0"/>
          </a:effectLst>
        </p:spPr>
      </p:pic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99F53E15-4899-222A-38FB-D1BB69C42478}"/>
              </a:ext>
            </a:extLst>
          </p:cNvPr>
          <p:cNvSpPr>
            <a:spLocks noGrp="1"/>
          </p:cNvSpPr>
          <p:nvPr>
            <p:ph type="pic" sz="half" idx="24"/>
          </p:nvPr>
        </p:nvSpPr>
        <p:spPr>
          <a:xfrm>
            <a:off x="7068725" y="792091"/>
            <a:ext cx="5127852" cy="3937374"/>
          </a:xfrm>
          <a:prstGeom prst="rect">
            <a:avLst/>
          </a:prstGeom>
          <a:solidFill>
            <a:srgbClr val="F4F4F4"/>
          </a:solidFill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E54C92B5-CE21-9E76-8C14-4F5DF165E44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951999" y="2311427"/>
            <a:ext cx="650243" cy="650328"/>
          </a:xfrm>
          <a:prstGeom prst="rect">
            <a:avLst/>
          </a:prstGeom>
          <a:solidFill>
            <a:srgbClr val="F4F4F4"/>
          </a:solidFill>
        </p:spPr>
        <p:txBody>
          <a:bodyPr lIns="91439" tIns="45719" rIns="91439" bIns="45719"/>
          <a:lstStyle/>
          <a:p>
            <a:endParaRPr dirty="0"/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6B079D66-487A-CA9D-87EA-C7E1A3C5A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11" y="791925"/>
            <a:ext cx="5876557" cy="1352220"/>
          </a:xfrm>
        </p:spPr>
        <p:txBody>
          <a:bodyPr/>
          <a:lstStyle>
            <a:lvl1pPr>
              <a:defRPr sz="42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D4D70DE2-F706-17DA-9F90-0E16815A18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2617" y="2341059"/>
            <a:ext cx="2791164" cy="342661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C7FFCFB3-C2D0-D140-B5D9-EEE08463A6C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920996" y="3044282"/>
            <a:ext cx="2515589" cy="272339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2DC0F723-1666-DE09-4DFB-A1B730C99B26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E128780C-C3B5-3C26-EE08-2BE20913880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833096"/>
      </p:ext>
    </p:extLst>
  </p:cSld>
  <p:clrMapOvr>
    <a:masterClrMapping/>
  </p:clrMapOvr>
  <p:transition spd="med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 alt. 1/3 imagery, sta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ottom Layer.png" descr="Bottom Layer.png">
            <a:extLst>
              <a:ext uri="{FF2B5EF4-FFF2-40B4-BE49-F238E27FC236}">
                <a16:creationId xmlns:a16="http://schemas.microsoft.com/office/drawing/2014/main" id="{9DB6C6E4-110A-34B8-06DE-8B169B3671AC}"/>
              </a:ext>
            </a:extLst>
          </p:cNvPr>
          <p:cNvPicPr>
            <a:picLocks/>
          </p:cNvPicPr>
          <p:nvPr userDrawn="1"/>
        </p:nvPicPr>
        <p:blipFill>
          <a:blip r:embed="rId2"/>
          <a:srcRect t="34244" b="34244"/>
          <a:stretch>
            <a:fillRect/>
          </a:stretch>
        </p:blipFill>
        <p:spPr>
          <a:xfrm>
            <a:off x="285713" y="285750"/>
            <a:ext cx="8558686" cy="58166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Line">
            <a:extLst>
              <a:ext uri="{FF2B5EF4-FFF2-40B4-BE49-F238E27FC236}">
                <a16:creationId xmlns:a16="http://schemas.microsoft.com/office/drawing/2014/main" id="{768898E5-4087-5F1F-686E-186AC3B331AA}"/>
              </a:ext>
            </a:extLst>
          </p:cNvPr>
          <p:cNvSpPr/>
          <p:nvPr userDrawn="1"/>
        </p:nvSpPr>
        <p:spPr>
          <a:xfrm>
            <a:off x="0" y="541034"/>
            <a:ext cx="12234523" cy="0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A7D7872-750B-B9B3-262E-99D06A30684A}"/>
              </a:ext>
            </a:extLst>
          </p:cNvPr>
          <p:cNvSpPr>
            <a:spLocks noGrp="1"/>
          </p:cNvSpPr>
          <p:nvPr>
            <p:ph type="pic" sz="half" idx="21"/>
          </p:nvPr>
        </p:nvSpPr>
        <p:spPr>
          <a:xfrm>
            <a:off x="7399724" y="541033"/>
            <a:ext cx="4503263" cy="6033976"/>
          </a:xfrm>
          <a:prstGeom prst="rect">
            <a:avLst/>
          </a:prstGeom>
          <a:solidFill>
            <a:srgbClr val="F4F4F4"/>
          </a:solidFill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586894EA-5A26-B1B3-67BF-A74F2EFE357A}"/>
              </a:ext>
            </a:extLst>
          </p:cNvPr>
          <p:cNvSpPr/>
          <p:nvPr userDrawn="1"/>
        </p:nvSpPr>
        <p:spPr>
          <a:xfrm flipH="1">
            <a:off x="11902572" y="0"/>
            <a:ext cx="0" cy="6858000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AC7038D-F1D1-1D79-5934-2E3EEED1FBC7}"/>
              </a:ext>
            </a:extLst>
          </p:cNvPr>
          <p:cNvSpPr/>
          <p:nvPr userDrawn="1"/>
        </p:nvSpPr>
        <p:spPr>
          <a:xfrm flipH="1">
            <a:off x="7397385" y="0"/>
            <a:ext cx="0" cy="6858000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pic>
        <p:nvPicPr>
          <p:cNvPr id="11" name="Overlay Layer.png" descr="Overlay Layer.png">
            <a:extLst>
              <a:ext uri="{FF2B5EF4-FFF2-40B4-BE49-F238E27FC236}">
                <a16:creationId xmlns:a16="http://schemas.microsoft.com/office/drawing/2014/main" id="{AE39FA3A-D3C6-545D-90BE-C3688F66D871}"/>
              </a:ext>
            </a:extLst>
          </p:cNvPr>
          <p:cNvPicPr>
            <a:picLocks/>
          </p:cNvPicPr>
          <p:nvPr userDrawn="1"/>
        </p:nvPicPr>
        <p:blipFill>
          <a:blip r:embed="rId3"/>
          <a:srcRect t="34244" b="34244"/>
          <a:stretch>
            <a:fillRect/>
          </a:stretch>
        </p:blipFill>
        <p:spPr>
          <a:xfrm>
            <a:off x="285713" y="285750"/>
            <a:ext cx="8558686" cy="5816600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itle 27">
            <a:extLst>
              <a:ext uri="{FF2B5EF4-FFF2-40B4-BE49-F238E27FC236}">
                <a16:creationId xmlns:a16="http://schemas.microsoft.com/office/drawing/2014/main" id="{65CF7D82-69B3-928F-2AAD-878221C8D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11" y="791925"/>
            <a:ext cx="5876557" cy="1352220"/>
          </a:xfrm>
        </p:spPr>
        <p:txBody>
          <a:bodyPr/>
          <a:lstStyle>
            <a:lvl1pPr>
              <a:defRPr sz="42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BBF195E-6857-5786-514F-98249B79EA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2616" y="2341060"/>
            <a:ext cx="5876557" cy="133107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EFE89F3C-474E-67F7-2234-F813D1A70A8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42202" y="4114600"/>
            <a:ext cx="1840856" cy="1003588"/>
          </a:xfrm>
        </p:spPr>
        <p:txBody>
          <a:bodyPr/>
          <a:lstStyle>
            <a:lvl1pPr>
              <a:defRPr sz="6499" b="0" i="0">
                <a:solidFill>
                  <a:schemeClr val="bg1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8E3BD5B7-40FC-24B5-0388-2C8D8AECC74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42617" y="5118188"/>
            <a:ext cx="2475797" cy="488783"/>
          </a:xfrm>
        </p:spPr>
        <p:txBody>
          <a:bodyPr/>
          <a:lstStyle>
            <a:lvl1pPr>
              <a:defRPr sz="12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68D88DF5-3F9A-12C0-2BB4-479E6FBA37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970755" y="4114600"/>
            <a:ext cx="1840856" cy="1003588"/>
          </a:xfrm>
        </p:spPr>
        <p:txBody>
          <a:bodyPr/>
          <a:lstStyle>
            <a:lvl1pPr>
              <a:defRPr sz="6499" b="0" i="0">
                <a:solidFill>
                  <a:schemeClr val="bg1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94544712-497C-C189-0190-818B5DF7235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971170" y="5118188"/>
            <a:ext cx="2475797" cy="488783"/>
          </a:xfrm>
        </p:spPr>
        <p:txBody>
          <a:bodyPr/>
          <a:lstStyle>
            <a:lvl1pPr>
              <a:defRPr sz="12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ECFCD9B2-7CFA-7CC2-CA18-C1CEF4A65B9C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505236"/>
      </p:ext>
    </p:extLst>
  </p:cSld>
  <p:clrMapOvr>
    <a:masterClrMapping/>
  </p:clrMapOvr>
  <p:transition spd="med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2, alt. 1/3 imagery (inset), sta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ottom Layer.png" descr="Bottom Layer.png">
            <a:extLst>
              <a:ext uri="{FF2B5EF4-FFF2-40B4-BE49-F238E27FC236}">
                <a16:creationId xmlns:a16="http://schemas.microsoft.com/office/drawing/2014/main" id="{2685A8CB-5FD8-0097-BBAA-ADB1F626E5F0}"/>
              </a:ext>
            </a:extLst>
          </p:cNvPr>
          <p:cNvPicPr>
            <a:picLocks/>
          </p:cNvPicPr>
          <p:nvPr userDrawn="1"/>
        </p:nvPicPr>
        <p:blipFill>
          <a:blip r:embed="rId2"/>
          <a:srcRect t="34244" b="34244"/>
          <a:stretch>
            <a:fillRect/>
          </a:stretch>
        </p:blipFill>
        <p:spPr>
          <a:xfrm>
            <a:off x="285713" y="285750"/>
            <a:ext cx="8558686" cy="58166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Line">
            <a:extLst>
              <a:ext uri="{FF2B5EF4-FFF2-40B4-BE49-F238E27FC236}">
                <a16:creationId xmlns:a16="http://schemas.microsoft.com/office/drawing/2014/main" id="{9C782E39-3936-EC5A-6F63-133FC7FAF25D}"/>
              </a:ext>
            </a:extLst>
          </p:cNvPr>
          <p:cNvSpPr/>
          <p:nvPr userDrawn="1"/>
        </p:nvSpPr>
        <p:spPr>
          <a:xfrm>
            <a:off x="-32427" y="541034"/>
            <a:ext cx="12222839" cy="0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A85F0FAA-0D32-163B-7113-4C0A43A25758}"/>
              </a:ext>
            </a:extLst>
          </p:cNvPr>
          <p:cNvSpPr>
            <a:spLocks noGrp="1"/>
          </p:cNvSpPr>
          <p:nvPr>
            <p:ph type="pic" sz="half" idx="21"/>
          </p:nvPr>
        </p:nvSpPr>
        <p:spPr>
          <a:xfrm>
            <a:off x="7012951" y="534773"/>
            <a:ext cx="4881512" cy="3765580"/>
          </a:xfrm>
          <a:prstGeom prst="rect">
            <a:avLst/>
          </a:prstGeom>
          <a:solidFill>
            <a:srgbClr val="F4F4F4"/>
          </a:solidFill>
        </p:spPr>
        <p:txBody>
          <a:bodyPr lIns="91439" tIns="45719" rIns="91439" bIns="45719"/>
          <a:lstStyle/>
          <a:p>
            <a:endParaRPr/>
          </a:p>
        </p:txBody>
      </p:sp>
      <p:pic>
        <p:nvPicPr>
          <p:cNvPr id="10" name="Overlay Layer.png" descr="Overlay Layer.png">
            <a:extLst>
              <a:ext uri="{FF2B5EF4-FFF2-40B4-BE49-F238E27FC236}">
                <a16:creationId xmlns:a16="http://schemas.microsoft.com/office/drawing/2014/main" id="{C27C32F2-3B21-280E-4D4F-4FB4BD8B4714}"/>
              </a:ext>
            </a:extLst>
          </p:cNvPr>
          <p:cNvPicPr>
            <a:picLocks/>
          </p:cNvPicPr>
          <p:nvPr userDrawn="1"/>
        </p:nvPicPr>
        <p:blipFill>
          <a:blip r:embed="rId3"/>
          <a:srcRect t="34244" b="34244"/>
          <a:stretch>
            <a:fillRect/>
          </a:stretch>
        </p:blipFill>
        <p:spPr>
          <a:xfrm>
            <a:off x="285713" y="285750"/>
            <a:ext cx="8558686" cy="5816600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Line">
            <a:extLst>
              <a:ext uri="{FF2B5EF4-FFF2-40B4-BE49-F238E27FC236}">
                <a16:creationId xmlns:a16="http://schemas.microsoft.com/office/drawing/2014/main" id="{BFAA1F0A-589C-09C2-7F86-167E85F05580}"/>
              </a:ext>
            </a:extLst>
          </p:cNvPr>
          <p:cNvSpPr/>
          <p:nvPr userDrawn="1"/>
        </p:nvSpPr>
        <p:spPr>
          <a:xfrm flipH="1">
            <a:off x="11902572" y="-237462"/>
            <a:ext cx="0" cy="767094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507"/>
            <a:endParaRPr sz="900"/>
          </a:p>
        </p:txBody>
      </p:sp>
      <p:sp>
        <p:nvSpPr>
          <p:cNvPr id="13" name="Rectangle">
            <a:extLst>
              <a:ext uri="{FF2B5EF4-FFF2-40B4-BE49-F238E27FC236}">
                <a16:creationId xmlns:a16="http://schemas.microsoft.com/office/drawing/2014/main" id="{DF99B21D-82B1-5A27-62F8-CF3E419F19C0}"/>
              </a:ext>
            </a:extLst>
          </p:cNvPr>
          <p:cNvSpPr/>
          <p:nvPr userDrawn="1"/>
        </p:nvSpPr>
        <p:spPr>
          <a:xfrm>
            <a:off x="7014098" y="4279461"/>
            <a:ext cx="4888864" cy="2294912"/>
          </a:xfrm>
          <a:prstGeom prst="rect">
            <a:avLst/>
          </a:prstGeom>
          <a:solidFill>
            <a:srgbClr val="E0E0E0"/>
          </a:solidFill>
          <a:ln w="12700">
            <a:miter lim="400000"/>
          </a:ln>
        </p:spPr>
        <p:txBody>
          <a:bodyPr tIns="45714" bIns="45714"/>
          <a:lstStyle/>
          <a:p>
            <a:pPr>
              <a:spcBef>
                <a:spcPts val="400"/>
              </a:spcBef>
              <a:tabLst>
                <a:tab pos="1650670" algn="l"/>
              </a:tabLst>
              <a:defRPr sz="4400">
                <a:solidFill>
                  <a:schemeClr val="accent1"/>
                </a:solidFill>
                <a:latin typeface="IBM Plex Serif Light"/>
                <a:ea typeface="IBM Plex Serif Light"/>
                <a:cs typeface="IBM Plex Serif Light"/>
                <a:sym typeface="IBM Plex Serif Light"/>
              </a:defRPr>
            </a:pPr>
            <a:endParaRPr sz="2200"/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E6652852-4EA6-C2DF-4898-5C408CBEF0CC}"/>
              </a:ext>
            </a:extLst>
          </p:cNvPr>
          <p:cNvSpPr/>
          <p:nvPr userDrawn="1"/>
        </p:nvSpPr>
        <p:spPr>
          <a:xfrm flipH="1">
            <a:off x="7010086" y="0"/>
            <a:ext cx="0" cy="6858000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31" name="Picture Placeholder 6">
            <a:extLst>
              <a:ext uri="{FF2B5EF4-FFF2-40B4-BE49-F238E27FC236}">
                <a16:creationId xmlns:a16="http://schemas.microsoft.com/office/drawing/2014/main" id="{E4D093B6-02C7-429A-2C68-C88DFA26E6B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290751" y="5704434"/>
            <a:ext cx="650243" cy="650328"/>
          </a:xfrm>
          <a:prstGeom prst="rect">
            <a:avLst/>
          </a:prstGeom>
          <a:solidFill>
            <a:srgbClr val="F4F4F4"/>
          </a:solidFill>
        </p:spPr>
        <p:txBody>
          <a:bodyPr lIns="91439" tIns="45719" rIns="91439" bIns="45719"/>
          <a:lstStyle/>
          <a:p>
            <a:endParaRPr dirty="0"/>
          </a:p>
        </p:txBody>
      </p:sp>
      <p:sp>
        <p:nvSpPr>
          <p:cNvPr id="33" name="Title 27">
            <a:extLst>
              <a:ext uri="{FF2B5EF4-FFF2-40B4-BE49-F238E27FC236}">
                <a16:creationId xmlns:a16="http://schemas.microsoft.com/office/drawing/2014/main" id="{9E37D2FF-E4AC-3D56-C2FC-DD54E876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11" y="791925"/>
            <a:ext cx="5876557" cy="1352220"/>
          </a:xfrm>
        </p:spPr>
        <p:txBody>
          <a:bodyPr/>
          <a:lstStyle>
            <a:lvl1pPr>
              <a:defRPr sz="42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F8B38C0D-4A00-9856-1672-F465649114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2616" y="2341059"/>
            <a:ext cx="3190696" cy="36003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1F084CE4-5DDA-2F79-0C90-6CA90F59520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99046" y="2341060"/>
            <a:ext cx="1840856" cy="687891"/>
          </a:xfrm>
        </p:spPr>
        <p:txBody>
          <a:bodyPr/>
          <a:lstStyle>
            <a:lvl1pPr>
              <a:defRPr sz="4299" b="0" i="0">
                <a:solidFill>
                  <a:schemeClr val="bg1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7F44108-F2AE-4FBF-757C-9DAC49FBCB2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3999461" y="3039848"/>
            <a:ext cx="2475797" cy="488783"/>
          </a:xfrm>
        </p:spPr>
        <p:txBody>
          <a:bodyPr/>
          <a:lstStyle>
            <a:lvl1pPr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311FA6D4-B0C0-F938-7752-2C925A41BA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999046" y="3555382"/>
            <a:ext cx="1840856" cy="687891"/>
          </a:xfrm>
        </p:spPr>
        <p:txBody>
          <a:bodyPr/>
          <a:lstStyle>
            <a:lvl1pPr>
              <a:defRPr sz="4299" b="0" i="0">
                <a:solidFill>
                  <a:schemeClr val="bg1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FCEAFF98-2686-F243-48C4-EDA7CD1C64AD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999461" y="4254170"/>
            <a:ext cx="2475797" cy="488783"/>
          </a:xfrm>
        </p:spPr>
        <p:txBody>
          <a:bodyPr/>
          <a:lstStyle>
            <a:lvl1pPr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5F0FB94E-4192-C85D-62BA-C784B3C3E9A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999046" y="4753851"/>
            <a:ext cx="1840856" cy="687891"/>
          </a:xfrm>
        </p:spPr>
        <p:txBody>
          <a:bodyPr/>
          <a:lstStyle>
            <a:lvl1pPr>
              <a:defRPr sz="4299" b="0" i="0">
                <a:solidFill>
                  <a:schemeClr val="bg1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8B97D028-EC88-56C0-DB36-BECB5D77EE5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999461" y="5452639"/>
            <a:ext cx="2475797" cy="488783"/>
          </a:xfrm>
        </p:spPr>
        <p:txBody>
          <a:bodyPr/>
          <a:lstStyle>
            <a:lvl1pPr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DC06302A-ABB2-330B-22DC-7BBD2576F60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304486" y="4579435"/>
            <a:ext cx="4344896" cy="91150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D60535A2-C45E-AAD9-7889-817AE7EA23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67120" y="5719133"/>
            <a:ext cx="2895522" cy="624517"/>
          </a:xfrm>
        </p:spPr>
        <p:txBody>
          <a:bodyPr anchor="ctr"/>
          <a:lstStyle>
            <a:lvl1pPr algn="l">
              <a:defRPr sz="1400"/>
            </a:lvl1pPr>
            <a:lvl2pPr algn="r">
              <a:defRPr sz="1400"/>
            </a:lvl2pPr>
            <a:lvl3pPr algn="r">
              <a:defRPr sz="1400"/>
            </a:lvl3pPr>
            <a:lvl4pPr algn="r">
              <a:defRPr sz="1400"/>
            </a:lvl4pPr>
            <a:lvl5pPr algn="r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EF922C4D-0857-050B-4309-A5C6DD1BFC1C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849291"/>
      </p:ext>
    </p:extLst>
  </p:cSld>
  <p:clrMapOvr>
    <a:masterClrMapping/>
  </p:clrMapOvr>
  <p:transition spd="med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3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C809A6F-4602-B5BA-D8F1-F1C390C14B1E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2E144E9-D5D8-E4E3-E886-6F328ABBC3C1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82A9CC-AE00-AD4A-A7AA-B3729FBDE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4612933"/>
      </p:ext>
    </p:extLst>
  </p:cSld>
  <p:clrMapOvr>
    <a:masterClrMapping/>
  </p:clrMapOvr>
  <p:transition spd="med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3, headline, gray10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C809A6F-4602-B5BA-D8F1-F1C390C14B1E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2E144E9-D5D8-E4E3-E886-6F328ABBC3C1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82A9CC-AE00-AD4A-A7AA-B3729FBDE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4115132"/>
      </p:ext>
    </p:extLst>
  </p:cSld>
  <p:clrMapOvr>
    <a:masterClrMapping/>
  </p:clrMapOvr>
  <p:transition spd="med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3, headline, eyebr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6B7F7C4B-0C11-EF8B-2E58-B27EDFFA32C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83332" y="288036"/>
            <a:ext cx="5458702" cy="23464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33">
            <a:extLst>
              <a:ext uri="{FF2B5EF4-FFF2-40B4-BE49-F238E27FC236}">
                <a16:creationId xmlns:a16="http://schemas.microsoft.com/office/drawing/2014/main" id="{6EDA100F-9095-42E8-4CEF-4851474B7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696468"/>
            <a:ext cx="11615939" cy="1162416"/>
          </a:xfrm>
        </p:spPr>
        <p:txBody>
          <a:bodyPr>
            <a:normAutofit/>
          </a:bodyPr>
          <a:lstStyle>
            <a:lvl1pPr>
              <a:defRPr b="0" i="0"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C809A6F-4602-B5BA-D8F1-F1C390C14B1E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2E144E9-D5D8-E4E3-E886-6F328ABBC3C1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30439"/>
      </p:ext>
    </p:extLst>
  </p:cSld>
  <p:clrMapOvr>
    <a:masterClrMapping/>
  </p:clrMapOvr>
  <p:transition spd="med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3, headline, eyebrow, gray10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6B7F7C4B-0C11-EF8B-2E58-B27EDFFA32C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83332" y="288036"/>
            <a:ext cx="5458702" cy="23464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33">
            <a:extLst>
              <a:ext uri="{FF2B5EF4-FFF2-40B4-BE49-F238E27FC236}">
                <a16:creationId xmlns:a16="http://schemas.microsoft.com/office/drawing/2014/main" id="{6EDA100F-9095-42E8-4CEF-4851474B7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696468"/>
            <a:ext cx="11615939" cy="1162416"/>
          </a:xfrm>
        </p:spPr>
        <p:txBody>
          <a:bodyPr>
            <a:normAutofit/>
          </a:bodyPr>
          <a:lstStyle>
            <a:lvl1pPr>
              <a:defRPr b="0" i="0"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C809A6F-4602-B5BA-D8F1-F1C390C14B1E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2E144E9-D5D8-E4E3-E886-6F328ABBC3C1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635353"/>
      </p:ext>
    </p:extLst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3, headline, subhead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C809A6F-4602-B5BA-D8F1-F1C390C14B1E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2E144E9-D5D8-E4E3-E886-6F328ABBC3C1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C370009-8912-2BDE-1932-9F077730A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537427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1A86B8-57EE-E69B-733A-6BEE721E354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88856" y="288036"/>
            <a:ext cx="5515051" cy="13255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734960"/>
      </p:ext>
    </p:extLst>
  </p:cSld>
  <p:clrMapOvr>
    <a:masterClrMapping/>
  </p:clrMapOvr>
  <p:transition spd="med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3, headline, gray10 (inse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18B0F043-9BF0-478E-3778-2C910C47670D}"/>
              </a:ext>
            </a:extLst>
          </p:cNvPr>
          <p:cNvSpPr/>
          <p:nvPr userDrawn="1"/>
        </p:nvSpPr>
        <p:spPr>
          <a:xfrm>
            <a:off x="0" y="1143000"/>
            <a:ext cx="12190413" cy="5143500"/>
          </a:xfrm>
          <a:prstGeom prst="rect">
            <a:avLst/>
          </a:prstGeom>
          <a:solidFill>
            <a:srgbClr val="F4F4F4"/>
          </a:solidFill>
          <a:ln w="12700">
            <a:miter lim="400000"/>
          </a:ln>
        </p:spPr>
        <p:txBody>
          <a:bodyPr tIns="45714" bIns="45714"/>
          <a:lstStyle/>
          <a:p>
            <a:pPr defTabSz="914507">
              <a:spcBef>
                <a:spcPts val="1050"/>
              </a:spcBef>
              <a:defRPr>
                <a:solidFill>
                  <a:srgbClr val="FFFFFF"/>
                </a:solidFill>
              </a:defRPr>
            </a:pPr>
            <a:endParaRPr sz="90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A5A78F9-69EC-CDEE-13B4-661DAC640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11293592" cy="667512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B059D-A6BC-3E75-E1C2-02E60DA92E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10979C-FCD2-431C-8C13-CB0C252543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73734"/>
      </p:ext>
    </p:extLst>
  </p:cSld>
  <p:clrMapOvr>
    <a:masterClrMapping/>
  </p:clrMapOvr>
  <p:transition spd="med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3, headline, gray10 (background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18B0F043-9BF0-478E-3778-2C910C47670D}"/>
              </a:ext>
            </a:extLst>
          </p:cNvPr>
          <p:cNvSpPr/>
          <p:nvPr userDrawn="1"/>
        </p:nvSpPr>
        <p:spPr>
          <a:xfrm>
            <a:off x="0" y="1143000"/>
            <a:ext cx="12190413" cy="5715000"/>
          </a:xfrm>
          <a:prstGeom prst="rect">
            <a:avLst/>
          </a:prstGeom>
          <a:solidFill>
            <a:srgbClr val="F4F4F4"/>
          </a:solidFill>
          <a:ln w="12700">
            <a:miter lim="400000"/>
          </a:ln>
        </p:spPr>
        <p:txBody>
          <a:bodyPr tIns="45714" bIns="45714"/>
          <a:lstStyle/>
          <a:p>
            <a:pPr defTabSz="914507">
              <a:spcBef>
                <a:spcPts val="1050"/>
              </a:spcBef>
              <a:defRPr>
                <a:solidFill>
                  <a:srgbClr val="FFFFFF"/>
                </a:solidFill>
              </a:defRPr>
            </a:pPr>
            <a:endParaRPr sz="90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A5A78F9-69EC-CDEE-13B4-661DAC640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11293592" cy="667512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B059D-A6BC-3E75-E1C2-02E60DA92E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10979C-FCD2-431C-8C13-CB0C252543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60347"/>
      </p:ext>
    </p:extLst>
  </p:cSld>
  <p:clrMapOvr>
    <a:masterClrMapping/>
  </p:clrMapOvr>
  <p:transition spd="med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84125" y="6402118"/>
            <a:ext cx="2477765" cy="1905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2961"/>
      </p:ext>
    </p:extLst>
  </p:cSld>
  <p:clrMapOvr>
    <a:masterClrMapping/>
  </p:clrMapOvr>
  <p:transition spd="med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L1, 1/3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Hyatt IBM AI Strategy_Business Slides_Visual Draft.001.jpeg" descr="Hyatt IBM AI Strategy_Business Slides_Visual Draft.001.jpe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858895" y="6005360"/>
            <a:ext cx="3335574" cy="857251"/>
          </a:xfrm>
          <a:prstGeom prst="rect">
            <a:avLst/>
          </a:prstGeom>
          <a:ln w="12700">
            <a:miter lim="400000"/>
          </a:ln>
        </p:spPr>
      </p:pic>
      <p:sp>
        <p:nvSpPr>
          <p:cNvPr id="53" name="Line"/>
          <p:cNvSpPr/>
          <p:nvPr/>
        </p:nvSpPr>
        <p:spPr>
          <a:xfrm>
            <a:off x="-783810" y="5997848"/>
            <a:ext cx="13008241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54" name="Line"/>
          <p:cNvSpPr/>
          <p:nvPr/>
        </p:nvSpPr>
        <p:spPr>
          <a:xfrm flipV="1">
            <a:off x="4571387" y="6349"/>
            <a:ext cx="0" cy="685800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55" name="86/108/130pt title (Condensed - Light) ,  5 lines maximum,  sentence case…"/>
          <p:cNvSpPr txBox="1">
            <a:spLocks noGrp="1"/>
          </p:cNvSpPr>
          <p:nvPr>
            <p:ph type="body" sz="half" idx="21"/>
          </p:nvPr>
        </p:nvSpPr>
        <p:spPr>
          <a:xfrm>
            <a:off x="4958606" y="279400"/>
            <a:ext cx="5912728" cy="138349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  <a:defRPr sz="10800">
                <a:latin typeface="IBM Plex Sans Cond Light"/>
                <a:ea typeface="IBM Plex Sans Cond Light"/>
                <a:cs typeface="IBM Plex Sans Cond Light"/>
                <a:sym typeface="IBM Plex Sans Cond Light"/>
              </a:defRPr>
            </a:pPr>
            <a:r>
              <a:t>86/108/130pt title (Condensed - Light) , </a:t>
            </a:r>
            <a:br/>
            <a:r>
              <a:t>5 lines maximum, </a:t>
            </a:r>
            <a:br/>
            <a:r>
              <a:t>sentence case</a:t>
            </a:r>
          </a:p>
          <a:p>
            <a:pPr>
              <a:defRPr sz="2800"/>
            </a:pPr>
            <a:endParaRPr/>
          </a:p>
          <a:p>
            <a:pPr>
              <a:defRPr sz="2800"/>
            </a:pPr>
            <a:endParaRPr/>
          </a:p>
          <a:p>
            <a:pPr>
              <a:defRPr sz="2800"/>
            </a:pPr>
            <a:r>
              <a:t>28/36pt sub headline or presenter name(s) and title </a:t>
            </a:r>
          </a:p>
        </p:txBody>
      </p:sp>
      <p:sp>
        <p:nvSpPr>
          <p:cNvPr id="56" name="Picture Placeholder 6"/>
          <p:cNvSpPr>
            <a:spLocks noGrp="1"/>
          </p:cNvSpPr>
          <p:nvPr>
            <p:ph type="pic" sz="half" idx="22"/>
          </p:nvPr>
        </p:nvSpPr>
        <p:spPr>
          <a:xfrm>
            <a:off x="2758" y="-34"/>
            <a:ext cx="4573431" cy="5998984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pic>
        <p:nvPicPr>
          <p:cNvPr id="5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51" y="6269038"/>
            <a:ext cx="816887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4860279"/>
      </p:ext>
    </p:extLst>
  </p:cSld>
  <p:clrMapOvr>
    <a:masterClrMapping/>
  </p:clrMapOvr>
  <p:transition spd="med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L1, 1/4 imagery (right)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icture Placeholder 6"/>
          <p:cNvSpPr>
            <a:spLocks noGrp="1"/>
          </p:cNvSpPr>
          <p:nvPr>
            <p:ph type="pic" sz="half" idx="21"/>
          </p:nvPr>
        </p:nvSpPr>
        <p:spPr>
          <a:xfrm>
            <a:off x="8850141" y="288257"/>
            <a:ext cx="3055952" cy="5712805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grpSp>
        <p:nvGrpSpPr>
          <p:cNvPr id="145" name="Group"/>
          <p:cNvGrpSpPr/>
          <p:nvPr/>
        </p:nvGrpSpPr>
        <p:grpSpPr>
          <a:xfrm>
            <a:off x="0" y="285769"/>
            <a:ext cx="12192000" cy="5712079"/>
            <a:chOff x="0" y="-2867006"/>
            <a:chExt cx="24384000" cy="11424157"/>
          </a:xfrm>
        </p:grpSpPr>
        <p:sp>
          <p:nvSpPr>
            <p:cNvPr id="143" name="Line"/>
            <p:cNvSpPr/>
            <p:nvPr/>
          </p:nvSpPr>
          <p:spPr>
            <a:xfrm>
              <a:off x="0" y="-2867007"/>
              <a:ext cx="24384000" cy="1"/>
            </a:xfrm>
            <a:prstGeom prst="line">
              <a:avLst/>
            </a:prstGeom>
            <a:noFill/>
            <a:ln w="254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217">
                <a:defRPr sz="800">
                  <a:latin typeface="IBM Plex Sans"/>
                  <a:ea typeface="IBM Plex Sans"/>
                  <a:cs typeface="IBM Plex Sans"/>
                  <a:sym typeface="IBM Plex Sans"/>
                </a:defRPr>
              </a:pPr>
              <a:endParaRPr sz="400"/>
            </a:p>
          </p:txBody>
        </p:sp>
        <p:sp>
          <p:nvSpPr>
            <p:cNvPr id="144" name="Line"/>
            <p:cNvSpPr/>
            <p:nvPr/>
          </p:nvSpPr>
          <p:spPr>
            <a:xfrm>
              <a:off x="0" y="8557150"/>
              <a:ext cx="24384000" cy="1"/>
            </a:xfrm>
            <a:prstGeom prst="line">
              <a:avLst/>
            </a:prstGeom>
            <a:noFill/>
            <a:ln w="254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217">
                <a:defRPr sz="800">
                  <a:latin typeface="IBM Plex Sans"/>
                  <a:ea typeface="IBM Plex Sans"/>
                  <a:cs typeface="IBM Plex Sans"/>
                  <a:sym typeface="IBM Plex Sans"/>
                </a:defRPr>
              </a:pPr>
              <a:endParaRPr sz="400"/>
            </a:p>
          </p:txBody>
        </p:sp>
      </p:grpSp>
      <p:grpSp>
        <p:nvGrpSpPr>
          <p:cNvPr id="148" name="Group"/>
          <p:cNvGrpSpPr/>
          <p:nvPr/>
        </p:nvGrpSpPr>
        <p:grpSpPr>
          <a:xfrm>
            <a:off x="8848844" y="0"/>
            <a:ext cx="3055279" cy="6858000"/>
            <a:chOff x="0" y="0"/>
            <a:chExt cx="6110556" cy="13716000"/>
          </a:xfrm>
        </p:grpSpPr>
        <p:sp>
          <p:nvSpPr>
            <p:cNvPr id="146" name="Line"/>
            <p:cNvSpPr/>
            <p:nvPr/>
          </p:nvSpPr>
          <p:spPr>
            <a:xfrm flipH="1">
              <a:off x="-1" y="0"/>
              <a:ext cx="2" cy="13716000"/>
            </a:xfrm>
            <a:prstGeom prst="line">
              <a:avLst/>
            </a:prstGeom>
            <a:noFill/>
            <a:ln w="254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217">
                <a:defRPr sz="800">
                  <a:latin typeface="IBM Plex Sans"/>
                  <a:ea typeface="IBM Plex Sans"/>
                  <a:cs typeface="IBM Plex Sans"/>
                  <a:sym typeface="IBM Plex Sans"/>
                </a:defRPr>
              </a:pPr>
              <a:endParaRPr sz="400"/>
            </a:p>
          </p:txBody>
        </p:sp>
        <p:sp>
          <p:nvSpPr>
            <p:cNvPr id="147" name="Line"/>
            <p:cNvSpPr/>
            <p:nvPr/>
          </p:nvSpPr>
          <p:spPr>
            <a:xfrm flipH="1">
              <a:off x="6110556" y="0"/>
              <a:ext cx="1" cy="13716000"/>
            </a:xfrm>
            <a:prstGeom prst="line">
              <a:avLst/>
            </a:prstGeom>
            <a:noFill/>
            <a:ln w="254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217">
                <a:defRPr sz="800">
                  <a:latin typeface="IBM Plex Sans"/>
                  <a:ea typeface="IBM Plex Sans"/>
                  <a:cs typeface="IBM Plex Sans"/>
                  <a:sym typeface="IBM Plex Sans"/>
                </a:defRPr>
              </a:pPr>
              <a:endParaRPr sz="400"/>
            </a:p>
          </p:txBody>
        </p:sp>
      </p:grpSp>
      <p:sp>
        <p:nvSpPr>
          <p:cNvPr id="149" name="130/172pt title (Cond. - Light)"/>
          <p:cNvSpPr txBox="1">
            <a:spLocks noGrp="1"/>
          </p:cNvSpPr>
          <p:nvPr>
            <p:ph type="body" sz="half" idx="22"/>
          </p:nvPr>
        </p:nvSpPr>
        <p:spPr>
          <a:xfrm>
            <a:off x="284376" y="279400"/>
            <a:ext cx="7098847" cy="213276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80000"/>
              </a:lnSpc>
              <a:defRPr sz="8598">
                <a:latin typeface="IBM Plex Sans Cond Light"/>
                <a:ea typeface="IBM Plex Sans Cond Light"/>
                <a:cs typeface="IBM Plex Sans Cond Light"/>
                <a:sym typeface="IBM Plex Sans Cond Light"/>
              </a:defRPr>
            </a:lvl1pPr>
          </a:lstStyle>
          <a:p>
            <a:r>
              <a:t>130/172pt title (Cond. - Light)</a:t>
            </a:r>
          </a:p>
        </p:txBody>
      </p:sp>
      <p:sp>
        <p:nvSpPr>
          <p:cNvPr id="150" name="28/36pt sub headline, lorem ipsum dolor sit amet donec quam felis ultricies nec pellentesque eu pretium quis sem. Nulla consequat massa quis enim."/>
          <p:cNvSpPr txBox="1">
            <a:spLocks noGrp="1"/>
          </p:cNvSpPr>
          <p:nvPr>
            <p:ph type="body" sz="quarter" idx="23"/>
          </p:nvPr>
        </p:nvSpPr>
        <p:spPr>
          <a:xfrm>
            <a:off x="3353063" y="4789241"/>
            <a:ext cx="4217781" cy="70485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/>
            </a:lvl1pPr>
          </a:lstStyle>
          <a:p>
            <a:r>
              <a:t>28/36pt sub headline, lorem ipsum dolor sit amet donec quam felis ultricies nec pellentesque eu pretium quis sem. Nulla consequat massa quis enim.</a:t>
            </a:r>
          </a:p>
        </p:txBody>
      </p:sp>
      <p:pic>
        <p:nvPicPr>
          <p:cNvPr id="15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51" y="6269038"/>
            <a:ext cx="816887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1077600"/>
      </p:ext>
    </p:extLst>
  </p:cSld>
  <p:clrMapOvr>
    <a:masterClrMapping/>
  </p:clrMapOvr>
  <p:transition spd="med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L1-L3, 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4"/>
          <p:cNvSpPr>
            <a:spLocks noGrp="1"/>
          </p:cNvSpPr>
          <p:nvPr>
            <p:ph type="pic" idx="21"/>
          </p:nvPr>
        </p:nvSpPr>
        <p:spPr>
          <a:xfrm>
            <a:off x="1" y="0"/>
            <a:ext cx="12193587" cy="600075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22"/>
          </p:nvPr>
        </p:nvSpPr>
        <p:spPr>
          <a:xfrm>
            <a:off x="3333750" y="6051550"/>
            <a:ext cx="2475707" cy="5715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>
              <a:defRPr sz="2800"/>
            </a:pPr>
            <a:r>
              <a:rPr u="sng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2"/>
              </a:rPr>
              <a:t>email.address@ibm.com</a:t>
            </a:r>
          </a:p>
          <a:p>
            <a:pPr>
              <a:defRPr sz="2800"/>
            </a:pPr>
            <a:r>
              <a:t>123.456.7890</a:t>
            </a:r>
          </a:p>
        </p:txBody>
      </p:sp>
      <p:sp>
        <p:nvSpPr>
          <p:cNvPr id="14" name="Title 2"/>
          <p:cNvSpPr txBox="1">
            <a:spLocks noGrp="1"/>
          </p:cNvSpPr>
          <p:nvPr>
            <p:ph type="body" sz="quarter" idx="23"/>
          </p:nvPr>
        </p:nvSpPr>
        <p:spPr>
          <a:xfrm>
            <a:off x="284162" y="190501"/>
            <a:ext cx="5525295" cy="228445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8600"/>
            </a:pPr>
            <a:r>
              <a:t>86/108/130pt title, </a:t>
            </a:r>
            <a:br/>
            <a:r>
              <a:t>5 lines maximum, </a:t>
            </a:r>
            <a:br/>
            <a:r>
              <a:t>sentence case</a:t>
            </a:r>
          </a:p>
        </p:txBody>
      </p:sp>
      <p:sp>
        <p:nvSpPr>
          <p:cNvPr id="15" name="Text Placeholder 3"/>
          <p:cNvSpPr txBox="1">
            <a:spLocks noGrp="1"/>
          </p:cNvSpPr>
          <p:nvPr>
            <p:ph type="body" sz="quarter" idx="24"/>
          </p:nvPr>
        </p:nvSpPr>
        <p:spPr>
          <a:xfrm>
            <a:off x="284163" y="6051550"/>
            <a:ext cx="2486658" cy="571500"/>
          </a:xfrm>
          <a:prstGeom prst="rect">
            <a:avLst/>
          </a:prstGeom>
        </p:spPr>
        <p:txBody>
          <a:bodyPr anchor="b"/>
          <a:lstStyle/>
          <a:p>
            <a:pPr>
              <a:defRPr sz="2800"/>
            </a:pPr>
            <a:r>
              <a:t>Firstname Lastname</a:t>
            </a:r>
            <a:br/>
            <a:r>
              <a:t>Job Title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6173757"/>
      </p:ext>
    </p:extLst>
  </p:cSld>
  <p:clrMapOvr>
    <a:masterClrMapping/>
  </p:clrMapOvr>
  <p:transition spd="med"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L1, 1/2 alt. imagery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86/108/130pt title (Condensed - Light, 5 lines maximum,  sentence case"/>
          <p:cNvSpPr txBox="1">
            <a:spLocks noGrp="1"/>
          </p:cNvSpPr>
          <p:nvPr>
            <p:ph type="body" sz="half" idx="21"/>
          </p:nvPr>
        </p:nvSpPr>
        <p:spPr>
          <a:xfrm>
            <a:off x="285006" y="279400"/>
            <a:ext cx="5530513" cy="176279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80000"/>
              </a:lnSpc>
              <a:defRPr sz="13000">
                <a:latin typeface="IBM Plex Sans Cond Light"/>
                <a:ea typeface="IBM Plex Sans Cond Light"/>
                <a:cs typeface="IBM Plex Sans Cond Light"/>
                <a:sym typeface="IBM Plex Sans Cond Light"/>
              </a:defRPr>
            </a:pPr>
            <a:r>
              <a:t>86/108/130pt title (Condensed - Light, 5 lines maximum, </a:t>
            </a:r>
            <a:br/>
            <a:r>
              <a:t>sentence case</a:t>
            </a:r>
          </a:p>
        </p:txBody>
      </p:sp>
      <p:pic>
        <p:nvPicPr>
          <p:cNvPr id="8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51" y="6269038"/>
            <a:ext cx="816887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Line"/>
          <p:cNvSpPr/>
          <p:nvPr/>
        </p:nvSpPr>
        <p:spPr>
          <a:xfrm>
            <a:off x="0" y="5997848"/>
            <a:ext cx="11861357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pic>
        <p:nvPicPr>
          <p:cNvPr id="82" name="Bottom Layer.png" descr="Bottom Layer.png"/>
          <p:cNvPicPr>
            <a:picLocks/>
          </p:cNvPicPr>
          <p:nvPr/>
        </p:nvPicPr>
        <p:blipFill>
          <a:blip r:embed="rId3"/>
          <a:srcRect t="34244" b="34244"/>
          <a:stretch>
            <a:fillRect/>
          </a:stretch>
        </p:blipFill>
        <p:spPr>
          <a:xfrm>
            <a:off x="286226" y="277192"/>
            <a:ext cx="7330689" cy="5713100"/>
          </a:xfrm>
          <a:prstGeom prst="rect">
            <a:avLst/>
          </a:prstGeom>
          <a:ln w="12700">
            <a:miter lim="400000"/>
          </a:ln>
        </p:spPr>
      </p:pic>
      <p:sp>
        <p:nvSpPr>
          <p:cNvPr id="83" name="Line"/>
          <p:cNvSpPr/>
          <p:nvPr/>
        </p:nvSpPr>
        <p:spPr>
          <a:xfrm>
            <a:off x="0" y="858534"/>
            <a:ext cx="12192001" cy="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507"/>
            <a:endParaRPr sz="1800"/>
          </a:p>
        </p:txBody>
      </p:sp>
      <p:pic>
        <p:nvPicPr>
          <p:cNvPr id="84" name="Overlay Layer.png" descr="Overlay Layer.png"/>
          <p:cNvPicPr>
            <a:picLocks/>
          </p:cNvPicPr>
          <p:nvPr/>
        </p:nvPicPr>
        <p:blipFill>
          <a:blip r:embed="rId4"/>
          <a:srcRect t="34244" b="34244"/>
          <a:stretch>
            <a:fillRect/>
          </a:stretch>
        </p:blipFill>
        <p:spPr>
          <a:xfrm>
            <a:off x="286226" y="285763"/>
            <a:ext cx="7330627" cy="5704529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Line"/>
          <p:cNvSpPr/>
          <p:nvPr/>
        </p:nvSpPr>
        <p:spPr>
          <a:xfrm>
            <a:off x="11904122" y="0"/>
            <a:ext cx="2128" cy="6851651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86" name="86/108/130pt title (Condensed - Light, 5 lines maximum,  sentence case"/>
          <p:cNvSpPr txBox="1">
            <a:spLocks noGrp="1"/>
          </p:cNvSpPr>
          <p:nvPr>
            <p:ph type="body" sz="half" idx="22"/>
          </p:nvPr>
        </p:nvSpPr>
        <p:spPr>
          <a:xfrm>
            <a:off x="731032" y="888554"/>
            <a:ext cx="4953001" cy="4191001"/>
          </a:xfrm>
          <a:prstGeom prst="rect">
            <a:avLst/>
          </a:prstGeom>
        </p:spPr>
        <p:txBody>
          <a:bodyPr>
            <a:normAutofit/>
          </a:bodyPr>
          <a:lstStyle>
            <a:lvl1pPr defTabSz="1109250">
              <a:lnSpc>
                <a:spcPct val="80000"/>
              </a:lnSpc>
              <a:defRPr sz="11830">
                <a:solidFill>
                  <a:srgbClr val="FFFFFF"/>
                </a:solidFill>
                <a:latin typeface="IBM Plex Sans Cond Light"/>
                <a:sym typeface="IBM Plex Sans Cond Light"/>
              </a:defRPr>
            </a:lvl1pPr>
          </a:lstStyle>
          <a:p>
            <a:pPr defTabSz="2218944">
              <a:lnSpc>
                <a:spcPct val="80000"/>
              </a:lnSpc>
              <a:defRPr sz="11830">
                <a:solidFill>
                  <a:srgbClr val="FFFFFF"/>
                </a:solidFill>
                <a:latin typeface="IBM Plex Sans Cond Light"/>
                <a:ea typeface="IBM Plex Sans Cond Light"/>
                <a:cs typeface="IBM Plex Sans Cond Light"/>
                <a:sym typeface="IBM Plex Sans Cond Light"/>
              </a:defRPr>
            </a:pPr>
            <a:r>
              <a:t>86/108/130pt title (Condensed - Light, 5 lines maximum, </a:t>
            </a:r>
            <a:br/>
            <a:r>
              <a:t>sentence case</a:t>
            </a:r>
          </a:p>
        </p:txBody>
      </p:sp>
      <p:sp>
        <p:nvSpPr>
          <p:cNvPr id="87" name="Picture Placeholder 6"/>
          <p:cNvSpPr>
            <a:spLocks noGrp="1"/>
          </p:cNvSpPr>
          <p:nvPr>
            <p:ph type="pic" sz="half" idx="23"/>
          </p:nvPr>
        </p:nvSpPr>
        <p:spPr>
          <a:xfrm>
            <a:off x="6388421" y="865529"/>
            <a:ext cx="5513128" cy="5708434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8" name="Line"/>
          <p:cNvSpPr/>
          <p:nvPr/>
        </p:nvSpPr>
        <p:spPr>
          <a:xfrm flipH="1">
            <a:off x="6381807" y="2402"/>
            <a:ext cx="0" cy="6853196"/>
          </a:xfrm>
          <a:prstGeom prst="line">
            <a:avLst/>
          </a:prstGeom>
          <a:ln w="25400">
            <a:solidFill>
              <a:srgbClr val="DDDDDD"/>
            </a:solidFill>
          </a:ln>
        </p:spPr>
        <p:txBody>
          <a:bodyPr lIns="22857" rIns="22857"/>
          <a:lstStyle/>
          <a:p>
            <a:pPr defTabSz="914217">
              <a:defRPr sz="800">
                <a:latin typeface="IBM Plex Sans"/>
                <a:ea typeface="IBM Plex Sans"/>
                <a:cs typeface="IBM Plex Sans"/>
                <a:sym typeface="IBM Plex Sans"/>
              </a:defRPr>
            </a:pPr>
            <a:endParaRPr sz="400"/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3373119"/>
      </p:ext>
    </p:extLst>
  </p:cSld>
  <p:clrMapOvr>
    <a:masterClrMapping/>
  </p:clrMapOvr>
  <p:transition spd="med"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0007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337997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12192000" cy="6000750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02" tIns="45702" rIns="45702" bIns="45702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692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1805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816F33-8A17-6F43-C0ED-19AB14CE14D5}"/>
              </a:ext>
            </a:extLst>
          </p:cNvPr>
          <p:cNvSpPr txBox="1"/>
          <p:nvPr userDrawn="1"/>
        </p:nvSpPr>
        <p:spPr>
          <a:xfrm>
            <a:off x="260340" y="6544170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573CAE4-0F97-1A36-2010-6C5B34D874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7328" y="6590336"/>
            <a:ext cx="135436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21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2A58CC25-E21C-6911-76F4-A8420DC11824}"/>
              </a:ext>
            </a:extLst>
          </p:cNvPr>
          <p:cNvSpPr txBox="1">
            <a:spLocks/>
          </p:cNvSpPr>
          <p:nvPr userDrawn="1"/>
        </p:nvSpPr>
        <p:spPr>
          <a:xfrm>
            <a:off x="258062" y="6363750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560FA4-B4FF-D228-22E7-63519F7B01C7}"/>
              </a:ext>
            </a:extLst>
          </p:cNvPr>
          <p:cNvSpPr txBox="1"/>
          <p:nvPr userDrawn="1"/>
        </p:nvSpPr>
        <p:spPr>
          <a:xfrm>
            <a:off x="260340" y="6544170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827681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21" y="284957"/>
            <a:ext cx="5523781" cy="594606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1" y="201292"/>
            <a:ext cx="5049878" cy="5239544"/>
          </a:xfrm>
        </p:spPr>
        <p:txBody>
          <a:bodyPr/>
          <a:lstStyle>
            <a:lvl1pPr>
              <a:lnSpc>
                <a:spcPct val="100000"/>
              </a:lnSpc>
              <a:defRPr sz="42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7F235A0-AAFC-8A9D-F24C-D04C6353EA1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4584" y="5834573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A0585695-4053-278A-CF48-534A1DFD5EB9}"/>
              </a:ext>
            </a:extLst>
          </p:cNvPr>
          <p:cNvSpPr txBox="1">
            <a:spLocks/>
          </p:cNvSpPr>
          <p:nvPr userDrawn="1"/>
        </p:nvSpPr>
        <p:spPr>
          <a:xfrm>
            <a:off x="258062" y="6363750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0198F2-1283-EEE2-4B17-AF6F1834A48A}"/>
              </a:ext>
            </a:extLst>
          </p:cNvPr>
          <p:cNvSpPr txBox="1"/>
          <p:nvPr userDrawn="1"/>
        </p:nvSpPr>
        <p:spPr>
          <a:xfrm>
            <a:off x="260340" y="6544170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85212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21" y="284957"/>
            <a:ext cx="5523781" cy="594606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049180" cy="4668838"/>
          </a:xfrm>
        </p:spPr>
        <p:txBody>
          <a:bodyPr/>
          <a:lstStyle>
            <a:lvl1pPr>
              <a:lnSpc>
                <a:spcPct val="100000"/>
              </a:lnSpc>
              <a:defRPr sz="42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9513C9B-A9A9-6EFB-5F51-5986574D7F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47328" y="6590336"/>
            <a:ext cx="135436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8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192024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31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4957"/>
            <a:ext cx="2474590" cy="5715794"/>
          </a:xfrm>
        </p:spPr>
        <p:txBody>
          <a:bodyPr/>
          <a:lstStyle>
            <a:lvl1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465191-3A1A-F3C6-8EF8-D2F09F7B790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60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FA5637F8-DD50-AD7D-7A6A-8B8972D92910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8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13044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31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0371F7-28A4-A8B7-6515-05F01F131EE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60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AAEF00A3-C075-78CB-64E4-5D2224867E70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8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33978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2" y="210312"/>
            <a:ext cx="8569797" cy="4095750"/>
          </a:xfrm>
        </p:spPr>
        <p:txBody>
          <a:bodyPr/>
          <a:lstStyle>
            <a:lvl1pPr>
              <a:defRPr sz="8594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A0B7C-A4FB-7C96-144D-9E54488B251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60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840D86EB-6853-E35A-4212-3996B3898F08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8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32022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2"/>
                </a:solidFill>
              </a:defRPr>
            </a:lvl1pPr>
            <a:lvl2pPr marL="292432" indent="-292432"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2"/>
                </a:solidFill>
              </a:defRPr>
            </a:lvl2pPr>
            <a:lvl3pPr marL="548310" indent="-292432"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2"/>
                </a:solidFill>
              </a:defRPr>
            </a:lvl3pPr>
            <a:lvl4pPr marL="877297"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9949AB-60D3-DE56-CC15-394902AD65B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60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8F636891-9EA3-6FE4-36F6-BBEA773D617F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8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12341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210312"/>
            <a:ext cx="7330121" cy="4858544"/>
          </a:xfrm>
        </p:spPr>
        <p:txBody>
          <a:bodyPr/>
          <a:lstStyle>
            <a:lvl1pPr>
              <a:lnSpc>
                <a:spcPct val="100000"/>
              </a:lnSpc>
              <a:defRPr sz="42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7843E3-AF1C-5AD4-8FD4-374471EDBE7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60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881BCD6A-6658-08A0-1E1B-D4B4384CA624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8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6D21A1-A119-B906-12CC-CD482AA841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6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8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8000" y="4242220"/>
            <a:ext cx="5524575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1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0921" y="4240696"/>
            <a:ext cx="5523781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1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+00%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3809504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0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096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4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288036"/>
            <a:ext cx="3811091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0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096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4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609600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8CFDAE2-D145-8A01-2964-BE1F38D3921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60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18C735B-A53B-17F2-5F86-ADF96B2984EE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8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9857A-B7F9-DC17-0E39-4F819FB36C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6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95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213241"/>
            <a:ext cx="2474590" cy="953294"/>
          </a:xfrm>
        </p:spPr>
        <p:txBody>
          <a:bodyPr/>
          <a:lstStyle>
            <a:lvl1pPr>
              <a:lnSpc>
                <a:spcPct val="90000"/>
              </a:lnSpc>
              <a:defRPr sz="6497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214829"/>
            <a:ext cx="2474590" cy="951707"/>
          </a:xfrm>
        </p:spPr>
        <p:txBody>
          <a:bodyPr/>
          <a:lstStyle>
            <a:lvl1pPr>
              <a:lnSpc>
                <a:spcPct val="90000"/>
              </a:lnSpc>
              <a:defRPr sz="6497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14884"/>
            <a:ext cx="2475384" cy="953956"/>
          </a:xfrm>
        </p:spPr>
        <p:txBody>
          <a:bodyPr/>
          <a:lstStyle>
            <a:lvl1pPr>
              <a:lnSpc>
                <a:spcPct val="90000"/>
              </a:lnSpc>
              <a:defRPr sz="6497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5428457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07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17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324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3"/>
            <a:ext cx="2475384" cy="42619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7329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4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81C1AA3-0815-82A7-06D3-8EFC7187C58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60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7CA6109F-D90F-E751-F8E0-5BAE8792A8EC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8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7AF679-A625-D4EB-2A23-04E32C7E89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6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072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00" y="201168"/>
            <a:ext cx="2474590" cy="2667794"/>
          </a:xfrm>
        </p:spPr>
        <p:txBody>
          <a:bodyPr/>
          <a:lstStyle>
            <a:lvl1pPr>
              <a:lnSpc>
                <a:spcPct val="100000"/>
              </a:lnSpc>
              <a:defRPr sz="4297">
                <a:solidFill>
                  <a:schemeClr val="accent1"/>
                </a:solidFill>
              </a:defRPr>
            </a:lvl1pPr>
          </a:lstStyle>
          <a:p>
            <a:r>
              <a:rPr lang="en-US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201168"/>
            <a:ext cx="5523781" cy="26677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7">
                <a:solidFill>
                  <a:schemeClr val="tx1"/>
                </a:solidFill>
              </a:defRPr>
            </a:lvl1pPr>
            <a:lvl2pPr marL="392955" indent="-392955">
              <a:lnSpc>
                <a:spcPct val="100000"/>
              </a:lnSpc>
              <a:spcBef>
                <a:spcPts val="0"/>
              </a:spcBef>
              <a:defRPr sz="4297">
                <a:solidFill>
                  <a:schemeClr val="tx1"/>
                </a:solidFill>
              </a:defRPr>
            </a:lvl2pPr>
            <a:lvl3pPr marL="749358" indent="-392955">
              <a:lnSpc>
                <a:spcPct val="100000"/>
              </a:lnSpc>
              <a:spcBef>
                <a:spcPts val="0"/>
              </a:spcBef>
              <a:defRPr sz="4297">
                <a:solidFill>
                  <a:schemeClr val="tx1"/>
                </a:solidFill>
              </a:defRPr>
            </a:lvl3pPr>
            <a:lvl4pPr marL="1142313" indent="-392955">
              <a:lnSpc>
                <a:spcPct val="100000"/>
              </a:lnSpc>
              <a:spcBef>
                <a:spcPts val="0"/>
              </a:spcBef>
              <a:defRPr sz="4297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7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00" y="3238500"/>
            <a:ext cx="2474590" cy="2667000"/>
          </a:xfrm>
        </p:spPr>
        <p:txBody>
          <a:bodyPr/>
          <a:lstStyle>
            <a:lvl1pPr>
              <a:lnSpc>
                <a:spcPct val="100000"/>
              </a:lnSpc>
              <a:defRPr sz="4297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4297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4297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4297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4297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3238500"/>
            <a:ext cx="5523781" cy="2667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7">
                <a:solidFill>
                  <a:schemeClr val="tx1"/>
                </a:solidFill>
              </a:defRPr>
            </a:lvl1pPr>
            <a:lvl2pPr marL="392955" indent="-392955">
              <a:lnSpc>
                <a:spcPct val="100000"/>
              </a:lnSpc>
              <a:spcBef>
                <a:spcPts val="0"/>
              </a:spcBef>
              <a:defRPr sz="4297">
                <a:solidFill>
                  <a:schemeClr val="tx1"/>
                </a:solidFill>
              </a:defRPr>
            </a:lvl2pPr>
            <a:lvl3pPr marL="749358" indent="-392955">
              <a:lnSpc>
                <a:spcPct val="100000"/>
              </a:lnSpc>
              <a:spcBef>
                <a:spcPts val="0"/>
              </a:spcBef>
              <a:defRPr sz="4297">
                <a:solidFill>
                  <a:schemeClr val="tx1"/>
                </a:solidFill>
              </a:defRPr>
            </a:lvl3pPr>
            <a:lvl4pPr marL="1142313" indent="-392955">
              <a:lnSpc>
                <a:spcPct val="100000"/>
              </a:lnSpc>
              <a:spcBef>
                <a:spcPts val="0"/>
              </a:spcBef>
              <a:defRPr sz="4297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7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A52F75C-315F-93D3-0F98-97DEB40F70F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60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1FF289CC-184A-8F20-A4CE-67F2FBBC7B5A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8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C1D634-60E9-4D2E-B5F4-8734048FCB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6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92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3316" y="40957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3316" y="20002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05740"/>
            <a:ext cx="2475384" cy="1429544"/>
          </a:xfrm>
        </p:spPr>
        <p:txBody>
          <a:bodyPr/>
          <a:lstStyle>
            <a:lvl1pPr>
              <a:lnSpc>
                <a:spcPct val="90000"/>
              </a:lnSpc>
              <a:defRPr sz="6497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582260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3809504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1907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2862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093978"/>
            <a:ext cx="2475384" cy="1428753"/>
          </a:xfrm>
        </p:spPr>
        <p:txBody>
          <a:bodyPr/>
          <a:lstStyle>
            <a:lvl1pPr>
              <a:lnSpc>
                <a:spcPct val="90000"/>
              </a:lnSpc>
              <a:defRPr sz="6497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9" y="4201670"/>
            <a:ext cx="2475383" cy="1428753"/>
          </a:xfrm>
        </p:spPr>
        <p:txBody>
          <a:bodyPr/>
          <a:lstStyle>
            <a:lvl1pPr>
              <a:lnSpc>
                <a:spcPct val="90000"/>
              </a:lnSpc>
              <a:defRPr sz="6497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F1F183D-2867-EA88-0C4E-CD0A216E83A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60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57099EAD-4606-80D3-B630-128197CD6C3E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8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38E9C7-15D4-9A71-A173-518630FCA6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6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5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11390A-15A1-0997-0B15-0B48C559F156}"/>
              </a:ext>
            </a:extLst>
          </p:cNvPr>
          <p:cNvSpPr/>
          <p:nvPr userDrawn="1"/>
        </p:nvSpPr>
        <p:spPr bwMode="auto">
          <a:xfrm>
            <a:off x="6111240" y="1840524"/>
            <a:ext cx="3035808" cy="5017477"/>
          </a:xfrm>
          <a:prstGeom prst="rect">
            <a:avLst/>
          </a:prstGeom>
          <a:solidFill>
            <a:srgbClr val="ED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28" tIns="91428" rIns="91428" bIns="9142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21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0C29AE-9851-3151-5B39-A94B9B42E83F}"/>
              </a:ext>
            </a:extLst>
          </p:cNvPr>
          <p:cNvSpPr/>
          <p:nvPr userDrawn="1"/>
        </p:nvSpPr>
        <p:spPr bwMode="auto">
          <a:xfrm>
            <a:off x="9147048" y="1840524"/>
            <a:ext cx="3044952" cy="5017477"/>
          </a:xfrm>
          <a:prstGeom prst="rect">
            <a:avLst/>
          </a:prstGeom>
          <a:solidFill>
            <a:srgbClr val="D0E2FF">
              <a:alpha val="61000"/>
            </a:srgb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28" tIns="91428" rIns="91428" bIns="9142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21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4CC17E-9E3F-CF2E-053A-64CCD0A3B1A9}"/>
              </a:ext>
            </a:extLst>
          </p:cNvPr>
          <p:cNvSpPr/>
          <p:nvPr userDrawn="1"/>
        </p:nvSpPr>
        <p:spPr bwMode="auto">
          <a:xfrm>
            <a:off x="3060192" y="1840524"/>
            <a:ext cx="3050632" cy="5017477"/>
          </a:xfrm>
          <a:prstGeom prst="rect">
            <a:avLst/>
          </a:prstGeom>
          <a:solidFill>
            <a:srgbClr val="D0E2FF">
              <a:alpha val="61000"/>
            </a:srgb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28" tIns="91428" rIns="91428" bIns="9142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21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69D247-3430-52E7-58E0-9FAA3F3223D5}"/>
              </a:ext>
            </a:extLst>
          </p:cNvPr>
          <p:cNvSpPr/>
          <p:nvPr userDrawn="1"/>
        </p:nvSpPr>
        <p:spPr bwMode="auto">
          <a:xfrm>
            <a:off x="0" y="1840524"/>
            <a:ext cx="3060192" cy="5017477"/>
          </a:xfrm>
          <a:prstGeom prst="rect">
            <a:avLst/>
          </a:prstGeom>
          <a:solidFill>
            <a:srgbClr val="ED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28" tIns="91428" rIns="91428" bIns="9142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21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8001" y="1714500"/>
            <a:ext cx="2477765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97FEA9-03DC-244E-7055-AF63B496EB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2730" y="6544169"/>
            <a:ext cx="578930" cy="2154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075E82-6FFA-F2EB-AD10-06B3FBEDD9E7}"/>
              </a:ext>
            </a:extLst>
          </p:cNvPr>
          <p:cNvSpPr txBox="1"/>
          <p:nvPr userDrawn="1"/>
        </p:nvSpPr>
        <p:spPr>
          <a:xfrm>
            <a:off x="260340" y="6544170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F5F82B1-7FF2-F404-8C86-D6DDE95B78F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47328" y="6590336"/>
            <a:ext cx="135436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7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8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681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1714500"/>
            <a:ext cx="0" cy="42862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6093683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9142810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7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332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8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7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01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048544"/>
          </a:xfrm>
        </p:spPr>
        <p:txBody>
          <a:bodyPr/>
          <a:lstStyle>
            <a:lvl1pPr>
              <a:lnSpc>
                <a:spcPct val="110000"/>
              </a:lnSpc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8001" y="1714500"/>
            <a:ext cx="2477765" cy="20002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62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24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8986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185" y="1714500"/>
            <a:ext cx="247073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62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24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8986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5" y="1714500"/>
            <a:ext cx="2476177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62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24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8986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7347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4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9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6"/>
          </a:xfrm>
        </p:spPr>
        <p:txBody>
          <a:bodyPr/>
          <a:lstStyle>
            <a:lvl1pPr>
              <a:lnSpc>
                <a:spcPct val="100000"/>
              </a:lnSpc>
              <a:defRPr sz="31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21" y="1714500"/>
            <a:ext cx="5047593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2556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03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3711980" cy="95329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5049180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21" y="1714500"/>
            <a:ext cx="5047593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866B19-2C9E-ABB4-095D-6A2B4CC25A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2730" y="6544169"/>
            <a:ext cx="578930" cy="2154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1B8585-FEC8-B4A3-1A96-23B2AD631B0A}"/>
              </a:ext>
            </a:extLst>
          </p:cNvPr>
          <p:cNvSpPr txBox="1"/>
          <p:nvPr userDrawn="1"/>
        </p:nvSpPr>
        <p:spPr>
          <a:xfrm>
            <a:off x="260340" y="6544170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5028309-2065-3DAB-A317-1681ACAD79D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47328" y="6590336"/>
            <a:ext cx="135436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18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2193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1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6178" cy="2286794"/>
          </a:xfr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0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192024"/>
            <a:ext cx="5519019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3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4591" cy="2286794"/>
          </a:xfrm>
        </p:spPr>
        <p:txBody>
          <a:bodyPr rIns="0"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1697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90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6"/>
            <a:ext cx="2474590" cy="570707"/>
          </a:xfrm>
        </p:spPr>
        <p:txBody>
          <a:bodyPr/>
          <a:lstStyle>
            <a:lvl1pPr>
              <a:lnSpc>
                <a:spcPct val="100000"/>
              </a:lnSpc>
              <a:defRPr sz="31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2988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591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4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400"/>
            </a:lvl2pPr>
            <a:lvl3pPr>
              <a:lnSpc>
                <a:spcPct val="90000"/>
              </a:lnSpc>
              <a:spcBef>
                <a:spcPts val="0"/>
              </a:spcBef>
              <a:defRPr sz="1400"/>
            </a:lvl3pPr>
            <a:lvl4pPr>
              <a:lnSpc>
                <a:spcPct val="90000"/>
              </a:lnSpc>
              <a:spcBef>
                <a:spcPts val="0"/>
              </a:spcBef>
              <a:defRPr sz="1400"/>
            </a:lvl4pPr>
            <a:lvl5pPr>
              <a:lnSpc>
                <a:spcPct val="9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380921" y="288038"/>
            <a:ext cx="607997" cy="607231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428524" y="288036"/>
            <a:ext cx="608843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609368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73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239012"/>
            <a:ext cx="3334903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0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096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4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23825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0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096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4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8" y="4192524"/>
            <a:ext cx="3334904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0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096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4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20" y="419100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0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096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4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99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0921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998" y="323697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21" y="3238500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 userDrawn="1"/>
        </p:nvCxnSpPr>
        <p:spPr bwMode="auto">
          <a:xfrm>
            <a:off x="6095206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6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841248"/>
            <a:ext cx="2857128" cy="1138428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1681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8001" y="288036"/>
            <a:ext cx="2477765" cy="570706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29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763524"/>
            <a:ext cx="5521401" cy="1138428"/>
          </a:xfrm>
        </p:spPr>
        <p:txBody>
          <a:bodyPr rIns="457200"/>
          <a:lstStyle>
            <a:lvl1pPr>
              <a:lnSpc>
                <a:spcPct val="110000"/>
              </a:lnSpc>
              <a:defRPr sz="31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4957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4957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8001" y="288036"/>
            <a:ext cx="2477765" cy="224028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5613AA-4FB8-6575-3B2B-6E22C74BC6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2730" y="6544169"/>
            <a:ext cx="578930" cy="2154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C55F2-D131-A082-8D76-B214BA8B486B}"/>
              </a:ext>
            </a:extLst>
          </p:cNvPr>
          <p:cNvSpPr txBox="1"/>
          <p:nvPr userDrawn="1"/>
        </p:nvSpPr>
        <p:spPr>
          <a:xfrm>
            <a:off x="260340" y="6544170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FBA95EE-CBC5-8BC8-9762-C7418F48D9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7328" y="6590336"/>
            <a:ext cx="135436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7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288036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8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0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192024"/>
            <a:ext cx="5524575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8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362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2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2554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34141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3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66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62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24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8986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62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24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8986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28523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62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24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8986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3316" y="3714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62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24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8986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0920" y="3714752"/>
            <a:ext cx="2475384" cy="189634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62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24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8986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428523" y="3714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62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24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8986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33316" y="288038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20" y="288038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28523" y="288038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33316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80920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428523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2CDB94-BA57-B58F-95F0-D406FE34BB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5" y="3048000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CBE6E3-0E18-8A57-578D-D314948AF14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200B05-7E36-4E03-3739-0BA983764616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FF3B59-8BBA-8C99-9D4D-743723E434FC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162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192025"/>
            <a:ext cx="5519019" cy="1706563"/>
          </a:xfrm>
        </p:spPr>
        <p:txBody>
          <a:bodyPr rIns="457200"/>
          <a:lstStyle>
            <a:lvl1pPr>
              <a:lnSpc>
                <a:spcPct val="100000"/>
              </a:lnSpc>
              <a:defRPr sz="31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8" y="3332988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43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8"/>
            <a:ext cx="2474590" cy="1706563"/>
          </a:xfrm>
        </p:spPr>
        <p:txBody>
          <a:bodyPr rIns="0"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0042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6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8001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21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94363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6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8001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5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31622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6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8001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8" y="282578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029017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6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58539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6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4126" y="284957"/>
            <a:ext cx="11620574" cy="629046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99093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999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46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46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4279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999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46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46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4279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87999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14279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77747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46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46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07898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77747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46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46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07898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377747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46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46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07898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0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333316" y="284957"/>
            <a:ext cx="8571384" cy="5715794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8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1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7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07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17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324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29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352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88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1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7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07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17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324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90476" y="640238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07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17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324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29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2006" y="3084232"/>
            <a:ext cx="1727991" cy="689541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413834D-F74C-76A9-31DB-51FC5DC6DF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7328" y="6590336"/>
            <a:ext cx="135436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5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11769264" y="6469509"/>
            <a:ext cx="135436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05228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[4-4] 6 small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 txBox="1"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6FF"/>
          </a:solidFill>
        </p:spPr>
        <p:txBody>
          <a:bodyPr vert="horz" lIns="190450" tIns="167596" rIns="190450" bIns="190450" rtlCol="0" anchor="t" anchorCtr="0">
            <a:noAutofit/>
          </a:bodyPr>
          <a:lstStyle>
            <a:lvl1pPr algn="l" defTabSz="7308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36" kern="1200">
                <a:solidFill>
                  <a:schemeClr val="bg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endParaRPr lang="en-US" sz="3195" b="0" i="0">
              <a:latin typeface="Arial Regular" charset="0"/>
            </a:endParaRP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prstGeom prst="rect">
            <a:avLst/>
          </a:prstGeom>
          <a:noFill/>
        </p:spPr>
        <p:txBody>
          <a:bodyPr lIns="0" tIns="5486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2" y="381000"/>
            <a:ext cx="2476501" cy="2857500"/>
          </a:xfrm>
        </p:spPr>
        <p:txBody>
          <a:bodyPr>
            <a:noAutofit/>
          </a:bodyPr>
          <a:lstStyle>
            <a:lvl1pPr>
              <a:defRPr sz="2333">
                <a:solidFill>
                  <a:srgbClr val="001141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8" name="Content Placeholder 9"/>
          <p:cNvSpPr>
            <a:spLocks noGrp="1"/>
          </p:cNvSpPr>
          <p:nvPr>
            <p:ph sz="quarter" idx="16"/>
          </p:nvPr>
        </p:nvSpPr>
        <p:spPr>
          <a:xfrm>
            <a:off x="3048000" y="0"/>
            <a:ext cx="3048000" cy="3429000"/>
          </a:xfrm>
          <a:prstGeom prst="rect">
            <a:avLst/>
          </a:prstGeom>
          <a:noFill/>
        </p:spPr>
        <p:txBody>
          <a:bodyPr lIns="0" tIns="5486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7"/>
          <p:cNvSpPr>
            <a:spLocks noGrp="1"/>
          </p:cNvSpPr>
          <p:nvPr>
            <p:ph sz="quarter" idx="15"/>
          </p:nvPr>
        </p:nvSpPr>
        <p:spPr>
          <a:xfrm>
            <a:off x="6096000" y="0"/>
            <a:ext cx="3048000" cy="3429000"/>
          </a:xfrm>
          <a:prstGeom prst="rect">
            <a:avLst/>
          </a:prstGeom>
          <a:noFill/>
        </p:spPr>
        <p:txBody>
          <a:bodyPr lIns="0" tIns="5486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7"/>
          </p:nvPr>
        </p:nvSpPr>
        <p:spPr>
          <a:xfrm>
            <a:off x="9144000" y="3429000"/>
            <a:ext cx="3048000" cy="34290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011" y="6515120"/>
            <a:ext cx="471765" cy="190502"/>
          </a:xfrm>
          <a:prstGeom prst="rect">
            <a:avLst/>
          </a:prstGeom>
        </p:spPr>
      </p:pic>
      <p:sp>
        <p:nvSpPr>
          <p:cNvPr id="19" name="Content Placeholder 9"/>
          <p:cNvSpPr>
            <a:spLocks noGrp="1"/>
          </p:cNvSpPr>
          <p:nvPr>
            <p:ph sz="quarter" idx="19"/>
          </p:nvPr>
        </p:nvSpPr>
        <p:spPr>
          <a:xfrm>
            <a:off x="3048000" y="3429000"/>
            <a:ext cx="3048000" cy="34290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7"/>
          <p:cNvSpPr>
            <a:spLocks noGrp="1"/>
          </p:cNvSpPr>
          <p:nvPr>
            <p:ph sz="quarter" idx="20"/>
          </p:nvPr>
        </p:nvSpPr>
        <p:spPr>
          <a:xfrm>
            <a:off x="6096000" y="3429000"/>
            <a:ext cx="3048000" cy="34290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B1C0CBA1-460E-2448-B276-CE4017DE072F}"/>
              </a:ext>
            </a:extLst>
          </p:cNvPr>
          <p:cNvSpPr txBox="1">
            <a:spLocks/>
          </p:cNvSpPr>
          <p:nvPr userDrawn="1"/>
        </p:nvSpPr>
        <p:spPr>
          <a:xfrm>
            <a:off x="762000" y="6622962"/>
            <a:ext cx="1903680" cy="1825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7" b="0" i="0">
                <a:solidFill>
                  <a:schemeClr val="tx1"/>
                </a:solidFill>
                <a:latin typeface="IBM Plex Sans Light" panose="020B0403050203000203" pitchFamily="34" charset="0"/>
                <a:ea typeface="IBM Plex Sans" charset="0"/>
                <a:cs typeface="IBM Plex Sans" charset="0"/>
              </a:rPr>
              <a:t>IBM Institute for Business Value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9B0701B-7540-2D4A-8102-88493CA074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276" y="6553200"/>
            <a:ext cx="471765" cy="190500"/>
          </a:xfrm>
          <a:prstGeom prst="rect">
            <a:avLst/>
          </a:prstGeom>
        </p:spPr>
      </p:pic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468DF8D0-1210-C147-8207-2FCB05CD93A5}"/>
              </a:ext>
            </a:extLst>
          </p:cNvPr>
          <p:cNvSpPr txBox="1">
            <a:spLocks/>
          </p:cNvSpPr>
          <p:nvPr userDrawn="1"/>
        </p:nvSpPr>
        <p:spPr>
          <a:xfrm>
            <a:off x="3238500" y="6622963"/>
            <a:ext cx="1903680" cy="1825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7" b="0" i="0">
                <a:solidFill>
                  <a:schemeClr val="tx1"/>
                </a:solidFill>
                <a:latin typeface="+mn-lt"/>
                <a:ea typeface="IBM Plex Sans" charset="0"/>
                <a:cs typeface="IBM Plex Sans" charset="0"/>
              </a:rPr>
              <a:t>© 2023 IBM Corporation               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5346FFF0-AE49-DD44-9424-041D7790E27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1" y="6096001"/>
            <a:ext cx="2476500" cy="403860"/>
          </a:xfrm>
        </p:spPr>
        <p:txBody>
          <a:bodyPr anchor="b"/>
          <a:lstStyle>
            <a:lvl1pPr>
              <a:spcBef>
                <a:spcPts val="0"/>
              </a:spcBef>
              <a:defRPr sz="667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F182AC-E336-C449-99C6-CD76F5385E49}"/>
              </a:ext>
            </a:extLst>
          </p:cNvPr>
          <p:cNvSpPr txBox="1"/>
          <p:nvPr userDrawn="1"/>
        </p:nvSpPr>
        <p:spPr>
          <a:xfrm>
            <a:off x="382982" y="6652260"/>
            <a:ext cx="379018" cy="213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500"/>
              </a:spcBef>
            </a:pPr>
            <a:fld id="{5703191B-A4A8-4141-A229-4AAA1EA5695E}" type="slidenum">
              <a:rPr lang="en-US" sz="667" b="0" i="0" smtClean="0">
                <a:solidFill>
                  <a:schemeClr val="tx1"/>
                </a:solidFill>
                <a:latin typeface="IBM Plex Sans Medm" panose="020B0503050203000203" pitchFamily="34" charset="0"/>
                <a:ea typeface="IBM Plex Sans" charset="0"/>
                <a:cs typeface="IBM Plex Sans" charset="0"/>
              </a:rPr>
              <a:pPr algn="l">
                <a:lnSpc>
                  <a:spcPct val="110000"/>
                </a:lnSpc>
                <a:spcBef>
                  <a:spcPts val="1500"/>
                </a:spcBef>
              </a:pPr>
              <a:t>‹#›</a:t>
            </a:fld>
            <a:endParaRPr lang="en-US" sz="667" b="0" i="0">
              <a:solidFill>
                <a:schemeClr val="tx1"/>
              </a:solidFill>
              <a:latin typeface="IBM Plex Sans Medm" panose="020B0503050203000203" pitchFamily="34" charset="0"/>
              <a:ea typeface="IBM Plex Sans" charset="0"/>
              <a:cs typeface="IBM Plex Sans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08E30A-FCE5-019B-DEB5-F6D15B5FC6CD}"/>
              </a:ext>
            </a:extLst>
          </p:cNvPr>
          <p:cNvCxnSpPr/>
          <p:nvPr userDrawn="1"/>
        </p:nvCxnSpPr>
        <p:spPr bwMode="auto">
          <a:xfrm>
            <a:off x="3048002" y="381000"/>
            <a:ext cx="2857501" cy="0"/>
          </a:xfrm>
          <a:prstGeom prst="line">
            <a:avLst/>
          </a:prstGeom>
          <a:ln w="3175">
            <a:solidFill>
              <a:srgbClr val="00114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14E05C-EFDC-83EE-CDCA-F9C9A0D199CF}"/>
              </a:ext>
            </a:extLst>
          </p:cNvPr>
          <p:cNvCxnSpPr/>
          <p:nvPr userDrawn="1"/>
        </p:nvCxnSpPr>
        <p:spPr bwMode="auto">
          <a:xfrm>
            <a:off x="6096002" y="381000"/>
            <a:ext cx="2857501" cy="0"/>
          </a:xfrm>
          <a:prstGeom prst="line">
            <a:avLst/>
          </a:prstGeom>
          <a:ln w="3175">
            <a:solidFill>
              <a:srgbClr val="00114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63BE46-6247-F822-4731-6DE3D1C69456}"/>
              </a:ext>
            </a:extLst>
          </p:cNvPr>
          <p:cNvCxnSpPr/>
          <p:nvPr userDrawn="1"/>
        </p:nvCxnSpPr>
        <p:spPr bwMode="auto">
          <a:xfrm>
            <a:off x="9144000" y="381000"/>
            <a:ext cx="2857501" cy="0"/>
          </a:xfrm>
          <a:prstGeom prst="line">
            <a:avLst/>
          </a:prstGeom>
          <a:ln w="3175">
            <a:solidFill>
              <a:srgbClr val="00114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BCC3D9-5EBD-F122-62CD-FEAA5A6F53E6}"/>
              </a:ext>
            </a:extLst>
          </p:cNvPr>
          <p:cNvCxnSpPr/>
          <p:nvPr userDrawn="1"/>
        </p:nvCxnSpPr>
        <p:spPr bwMode="auto">
          <a:xfrm>
            <a:off x="6096002" y="3429000"/>
            <a:ext cx="2857501" cy="0"/>
          </a:xfrm>
          <a:prstGeom prst="line">
            <a:avLst/>
          </a:prstGeom>
          <a:ln w="3175">
            <a:solidFill>
              <a:srgbClr val="00114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4F96EF-E60D-F38E-B6E4-38D9CDA15291}"/>
              </a:ext>
            </a:extLst>
          </p:cNvPr>
          <p:cNvCxnSpPr/>
          <p:nvPr userDrawn="1"/>
        </p:nvCxnSpPr>
        <p:spPr bwMode="auto">
          <a:xfrm>
            <a:off x="9144000" y="3429000"/>
            <a:ext cx="2857501" cy="0"/>
          </a:xfrm>
          <a:prstGeom prst="line">
            <a:avLst/>
          </a:prstGeom>
          <a:ln w="3175">
            <a:solidFill>
              <a:srgbClr val="00114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11A11B0-F3CF-AA43-9BB4-AEF79B6A0675}"/>
              </a:ext>
            </a:extLst>
          </p:cNvPr>
          <p:cNvCxnSpPr/>
          <p:nvPr userDrawn="1"/>
        </p:nvCxnSpPr>
        <p:spPr bwMode="auto">
          <a:xfrm>
            <a:off x="3048002" y="3429000"/>
            <a:ext cx="2857501" cy="0"/>
          </a:xfrm>
          <a:prstGeom prst="line">
            <a:avLst/>
          </a:prstGeom>
          <a:ln w="3175">
            <a:solidFill>
              <a:srgbClr val="00114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09AED25-D6FE-2A3E-C452-4F32D0A9F4D2}"/>
              </a:ext>
            </a:extLst>
          </p:cNvPr>
          <p:cNvSpPr txBox="1"/>
          <p:nvPr userDrawn="1"/>
        </p:nvSpPr>
        <p:spPr>
          <a:xfrm>
            <a:off x="381000" y="3810000"/>
            <a:ext cx="1905000" cy="1016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500"/>
              </a:spcBef>
            </a:pPr>
            <a:endParaRPr lang="en-US" sz="1500" err="1">
              <a:solidFill>
                <a:schemeClr val="tx1"/>
              </a:solidFill>
              <a:latin typeface="+mn-lt"/>
              <a:ea typeface="IBM Plex Sans" charset="0"/>
              <a:cs typeface="IBM Plex Sans" charset="0"/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CE1E8A20-C8D2-76A2-B504-EFCFC9471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3429000"/>
            <a:ext cx="2476500" cy="2438664"/>
          </a:xfrm>
        </p:spPr>
        <p:txBody>
          <a:bodyPr lIns="0" tIns="0" rIns="0" bIns="0"/>
          <a:lstStyle>
            <a:lvl1pPr marL="0" indent="0">
              <a:buNone/>
              <a:defRPr sz="1667">
                <a:solidFill>
                  <a:srgbClr val="001141"/>
                </a:solidFill>
              </a:defRPr>
            </a:lvl1pPr>
            <a:lvl2pPr marL="380833" indent="0">
              <a:buNone/>
              <a:defRPr sz="1167"/>
            </a:lvl2pPr>
            <a:lvl3pPr marL="761666" indent="0">
              <a:buNone/>
              <a:defRPr sz="1000"/>
            </a:lvl3pPr>
            <a:lvl4pPr marL="1142496" indent="0">
              <a:buNone/>
              <a:defRPr sz="833"/>
            </a:lvl4pPr>
            <a:lvl5pPr marL="1523329" indent="0">
              <a:buNone/>
              <a:defRPr sz="833"/>
            </a:lvl5pPr>
            <a:lvl6pPr marL="1904162" indent="0">
              <a:buNone/>
              <a:defRPr sz="833"/>
            </a:lvl6pPr>
            <a:lvl7pPr marL="2284995" indent="0">
              <a:buNone/>
              <a:defRPr sz="833"/>
            </a:lvl7pPr>
            <a:lvl8pPr marL="2665827" indent="0">
              <a:buNone/>
              <a:defRPr sz="833"/>
            </a:lvl8pPr>
            <a:lvl9pPr marL="3046659" indent="0">
              <a:buNone/>
              <a:defRPr sz="8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9C200C3-CDC3-6BEB-BD50-22DABF021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2" y="152403"/>
            <a:ext cx="2476497" cy="2285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167"/>
              </a:spcAft>
              <a:buNone/>
              <a:defRPr sz="833" b="0" i="0">
                <a:solidFill>
                  <a:srgbClr val="6F6F6F"/>
                </a:solidFill>
                <a:latin typeface="IBM Plex Sans Medm" panose="020B0503050203000203" pitchFamily="34" charset="0"/>
              </a:defRPr>
            </a:lvl1pPr>
            <a:lvl2pPr>
              <a:defRPr sz="667" b="0" i="0">
                <a:latin typeface="IBM Plex Sans Medm" panose="020B0503050203000203" pitchFamily="34" charset="0"/>
              </a:defRPr>
            </a:lvl2pPr>
            <a:lvl3pPr>
              <a:defRPr sz="667" b="0" i="0">
                <a:latin typeface="IBM Plex Sans Medm" panose="020B0503050203000203" pitchFamily="34" charset="0"/>
              </a:defRPr>
            </a:lvl3pPr>
            <a:lvl4pPr>
              <a:defRPr sz="667" b="0" i="0">
                <a:latin typeface="IBM Plex Sans Medm" panose="020B0503050203000203" pitchFamily="34" charset="0"/>
              </a:defRPr>
            </a:lvl4pPr>
            <a:lvl5pPr>
              <a:defRPr sz="667" b="0" i="0">
                <a:latin typeface="IBM Plex Sans Medm" panose="020B0503050203000203" pitchFamily="34" charset="0"/>
              </a:defRPr>
            </a:lvl5pPr>
          </a:lstStyle>
          <a:p>
            <a:pPr lvl="0"/>
            <a:r>
              <a:rPr lang="en-US"/>
              <a:t>Click to edit optional section header </a:t>
            </a:r>
          </a:p>
        </p:txBody>
      </p:sp>
    </p:spTree>
    <p:extLst>
      <p:ext uri="{BB962C8B-B14F-4D97-AF65-F5344CB8AC3E}">
        <p14:creationId xmlns:p14="http://schemas.microsoft.com/office/powerpoint/2010/main" val="2002758996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04328" y="6505277"/>
            <a:ext cx="207561" cy="195246"/>
          </a:xfrm>
          <a:prstGeom prst="rect">
            <a:avLst/>
          </a:prstGeom>
        </p:spPr>
        <p:txBody>
          <a:bodyPr lIns="71437" tIns="71437" rIns="71437" bIns="71437" anchor="t"/>
          <a:lstStyle>
            <a:lvl1pPr>
              <a:defRPr>
                <a:solidFill>
                  <a:srgbClr val="4B5759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654" name="Title text"/>
          <p:cNvSpPr txBox="1">
            <a:spLocks noGrp="1"/>
          </p:cNvSpPr>
          <p:nvPr>
            <p:ph type="body" sz="quarter" idx="21"/>
          </p:nvPr>
        </p:nvSpPr>
        <p:spPr>
          <a:xfrm>
            <a:off x="573959" y="699501"/>
            <a:ext cx="9076230" cy="544251"/>
          </a:xfrm>
          <a:prstGeom prst="rect">
            <a:avLst/>
          </a:prstGeom>
        </p:spPr>
        <p:txBody>
          <a:bodyPr lIns="71437" tIns="71437" rIns="71437" bIns="71437">
            <a:spAutoFit/>
          </a:bodyPr>
          <a:lstStyle>
            <a:lvl1pPr marL="0" indent="0" defTabSz="292042">
              <a:lnSpc>
                <a:spcPct val="100000"/>
              </a:lnSpc>
              <a:spcBef>
                <a:spcPts val="0"/>
              </a:spcBef>
              <a:buSzTx/>
              <a:buNone/>
              <a:defRPr sz="2599" cap="all" spc="520"/>
            </a:lvl1pPr>
          </a:lstStyle>
          <a:p>
            <a:r>
              <a:t>Title text</a:t>
            </a:r>
          </a:p>
        </p:txBody>
      </p:sp>
      <p:sp>
        <p:nvSpPr>
          <p:cNvPr id="656" name="Line"/>
          <p:cNvSpPr/>
          <p:nvPr/>
        </p:nvSpPr>
        <p:spPr>
          <a:xfrm>
            <a:off x="2511128" y="387834"/>
            <a:ext cx="9100124" cy="0"/>
          </a:xfrm>
          <a:prstGeom prst="line">
            <a:avLst/>
          </a:prstGeom>
          <a:ln w="25400">
            <a:solidFill>
              <a:srgbClr val="0E61FF"/>
            </a:solidFill>
            <a:miter lim="400000"/>
          </a:ln>
        </p:spPr>
        <p:txBody>
          <a:bodyPr lIns="25397" tIns="25397" rIns="25397" bIns="25397" anchor="ctr"/>
          <a:lstStyle/>
          <a:p>
            <a:pPr defTabSz="412667">
              <a:defRPr sz="3200">
                <a:solidFill>
                  <a:srgbClr val="000000"/>
                </a:solidFill>
              </a:defRPr>
            </a:pPr>
            <a:endParaRPr sz="1600"/>
          </a:p>
        </p:txBody>
      </p:sp>
      <p:sp>
        <p:nvSpPr>
          <p:cNvPr id="657" name="Title Text"/>
          <p:cNvSpPr txBox="1">
            <a:spLocks noGrp="1"/>
          </p:cNvSpPr>
          <p:nvPr>
            <p:ph type="body" sz="quarter" idx="22"/>
          </p:nvPr>
        </p:nvSpPr>
        <p:spPr>
          <a:xfrm>
            <a:off x="550070" y="215765"/>
            <a:ext cx="1961059" cy="304999"/>
          </a:xfrm>
          <a:prstGeom prst="rect">
            <a:avLst/>
          </a:prstGeom>
        </p:spPr>
        <p:txBody>
          <a:bodyPr lIns="71437" tIns="71437" rIns="71437" bIns="71437" anchor="b">
            <a:noAutofit/>
          </a:bodyPr>
          <a:lstStyle>
            <a:lvl1pPr marL="0" indent="0" defTabSz="292042">
              <a:lnSpc>
                <a:spcPct val="120000"/>
              </a:lnSpc>
              <a:spcBef>
                <a:spcPts val="0"/>
              </a:spcBef>
              <a:buSzTx/>
              <a:buNone/>
              <a:defRPr sz="1300" cap="all" spc="247">
                <a:solidFill>
                  <a:srgbClr val="D6B064"/>
                </a:solidFill>
              </a:defRPr>
            </a:lvl1pPr>
          </a:lstStyle>
          <a:p>
            <a:r>
              <a:t>Title Text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CB32AF-A1B4-DC4D-899C-5656DEF6504E}"/>
              </a:ext>
            </a:extLst>
          </p:cNvPr>
          <p:cNvGrpSpPr/>
          <p:nvPr userDrawn="1"/>
        </p:nvGrpSpPr>
        <p:grpSpPr>
          <a:xfrm>
            <a:off x="169841" y="6394787"/>
            <a:ext cx="2928891" cy="241092"/>
            <a:chOff x="339681" y="12789571"/>
            <a:chExt cx="5857782" cy="482184"/>
          </a:xfrm>
        </p:grpSpPr>
        <p:sp>
          <p:nvSpPr>
            <p:cNvPr id="6" name="Product Engineering">
              <a:extLst>
                <a:ext uri="{FF2B5EF4-FFF2-40B4-BE49-F238E27FC236}">
                  <a16:creationId xmlns:a16="http://schemas.microsoft.com/office/drawing/2014/main" id="{57A74310-4056-14DF-3463-E44850ED8DB6}"/>
                </a:ext>
              </a:extLst>
            </p:cNvPr>
            <p:cNvSpPr txBox="1"/>
            <p:nvPr/>
          </p:nvSpPr>
          <p:spPr>
            <a:xfrm>
              <a:off x="963591" y="12789571"/>
              <a:ext cx="5233872" cy="48218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spAutoFit/>
            </a:bodyPr>
            <a:lstStyle>
              <a:lvl1pPr algn="l" defTabSz="1219200">
                <a:defRPr sz="1800">
                  <a:solidFill>
                    <a:srgbClr val="262626"/>
                  </a:solidFill>
                </a:defRPr>
              </a:lvl1pPr>
            </a:lstStyle>
            <a:p>
              <a:r>
                <a:rPr sz="900"/>
                <a:t>Product Engineering</a:t>
              </a:r>
            </a:p>
          </p:txBody>
        </p:sp>
        <p:pic>
          <p:nvPicPr>
            <p:cNvPr id="7" name="image-asset.png" descr="image-asset.png">
              <a:extLst>
                <a:ext uri="{FF2B5EF4-FFF2-40B4-BE49-F238E27FC236}">
                  <a16:creationId xmlns:a16="http://schemas.microsoft.com/office/drawing/2014/main" id="{A0F478B9-60BC-046C-B55F-A9026368B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flipV="1">
              <a:off x="339681" y="12894921"/>
              <a:ext cx="459303" cy="359897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198357431"/>
      </p:ext>
    </p:extLst>
  </p:cSld>
  <p:clrMapOvr>
    <a:masterClrMapping/>
  </p:clrMapOvr>
  <p:transition spd="med"/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03250" y="537964"/>
            <a:ext cx="10985500" cy="362079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2498" b="1" spc="-125"/>
            </a:lvl1pPr>
            <a:lvl2pPr marL="0" indent="228554" algn="ctr">
              <a:lnSpc>
                <a:spcPct val="80000"/>
              </a:lnSpc>
              <a:spcBef>
                <a:spcPts val="0"/>
              </a:spcBef>
              <a:buSzTx/>
              <a:buNone/>
              <a:defRPr sz="12498" b="1" spc="-125"/>
            </a:lvl2pPr>
            <a:lvl3pPr marL="0" indent="457109" algn="ctr">
              <a:lnSpc>
                <a:spcPct val="80000"/>
              </a:lnSpc>
              <a:spcBef>
                <a:spcPts val="0"/>
              </a:spcBef>
              <a:buSzTx/>
              <a:buNone/>
              <a:defRPr sz="12498" b="1" spc="-125"/>
            </a:lvl3pPr>
            <a:lvl4pPr marL="0" indent="685663" algn="ctr">
              <a:lnSpc>
                <a:spcPct val="80000"/>
              </a:lnSpc>
              <a:spcBef>
                <a:spcPts val="0"/>
              </a:spcBef>
              <a:buSzTx/>
              <a:buNone/>
              <a:defRPr sz="12498" b="1" spc="-125"/>
            </a:lvl4pPr>
            <a:lvl5pPr marL="0" indent="914217" algn="ctr">
              <a:lnSpc>
                <a:spcPct val="80000"/>
              </a:lnSpc>
              <a:spcBef>
                <a:spcPts val="0"/>
              </a:spcBef>
              <a:buSzTx/>
              <a:buNone/>
              <a:defRPr sz="12498" b="1" spc="-125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4131090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387907">
              <a:lnSpc>
                <a:spcPct val="100000"/>
              </a:lnSpc>
              <a:spcBef>
                <a:spcPts val="0"/>
              </a:spcBef>
              <a:buSzTx/>
              <a:buNone/>
              <a:defRPr sz="2584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69509"/>
            <a:ext cx="135436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9776243"/>
      </p:ext>
    </p:extLst>
  </p:cSld>
  <p:clrMapOvr>
    <a:masterClrMapping/>
  </p:clrMapOvr>
  <p:transition spd="med"/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984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242B325-CB08-3B42-A051-BEAEF6D91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510" y="0"/>
            <a:ext cx="10848325" cy="922593"/>
          </a:xfrm>
          <a:prstGeom prst="rect">
            <a:avLst/>
          </a:prstGeom>
        </p:spPr>
        <p:txBody>
          <a:bodyPr vert="horz" lIns="89038" tIns="45718" rIns="89038" bIns="45718" rtlCol="0" anchor="ctr">
            <a:noAutofit/>
          </a:bodyPr>
          <a:lstStyle>
            <a:lvl1pPr>
              <a:defRPr sz="3199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32C90AA-8705-7345-95D0-28DD519255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3214" y="1133475"/>
            <a:ext cx="10944225" cy="4637088"/>
          </a:xfrm>
          <a:prstGeom prst="rect">
            <a:avLst/>
          </a:prstGeo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C6FC9D-8945-F13F-0851-EB534B8A65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2730" y="6544169"/>
            <a:ext cx="578930" cy="2154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5F0B31-7D2C-8C45-0A8B-961F9A981DFD}"/>
              </a:ext>
            </a:extLst>
          </p:cNvPr>
          <p:cNvSpPr txBox="1"/>
          <p:nvPr userDrawn="1"/>
        </p:nvSpPr>
        <p:spPr>
          <a:xfrm>
            <a:off x="260340" y="6544170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C9D4BB1-8EF0-469D-DF00-BF20CD18B4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7328" y="6590336"/>
            <a:ext cx="135436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78708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2, stats, 3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F9BA256B-1F5A-D2E2-1EA4-78E599825A4C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Confidential IBM Consulting 2024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E94B6D89-D916-C988-6DAD-D7EF34B4A17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769264" y="6469509"/>
            <a:ext cx="135436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37BA0B8-AF96-4B31-D99A-214976C701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83332" y="288037"/>
            <a:ext cx="5458702" cy="23464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1CF76917-5167-164C-AD62-F14DF14AE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696468"/>
            <a:ext cx="10025806" cy="1013460"/>
          </a:xfrm>
        </p:spPr>
        <p:txBody>
          <a:bodyPr/>
          <a:lstStyle>
            <a:lvl1pPr>
              <a:defRPr b="0" i="0"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A7F2767-B2C9-8525-CCD6-1B0BB4B522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3333" y="2355756"/>
            <a:ext cx="1837799" cy="423863"/>
          </a:xfrm>
        </p:spPr>
        <p:txBody>
          <a:bodyPr/>
          <a:lstStyle>
            <a:lvl1pPr>
              <a:defRPr sz="3198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D53DEF13-506B-7663-738D-23A5F1644E7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83332" y="2867820"/>
            <a:ext cx="3457915" cy="423863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endParaRPr lang="en-US"/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E0EEAD84-00A4-D22A-B3BD-BB0DF6A9BE1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83332" y="3553620"/>
            <a:ext cx="3457915" cy="2335117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0117EB8-A2FE-9B92-08AD-7DDBF5B95CA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25889" y="2355756"/>
            <a:ext cx="1837799" cy="423863"/>
          </a:xfrm>
        </p:spPr>
        <p:txBody>
          <a:bodyPr/>
          <a:lstStyle>
            <a:lvl1pPr>
              <a:defRPr sz="3198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CF083B86-D332-489C-8923-ED9D2F03BC0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325889" y="2867820"/>
            <a:ext cx="3457915" cy="423863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endParaRPr lang="en-US"/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6F240B37-503D-531C-D5DC-42682014D04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325889" y="3553620"/>
            <a:ext cx="3457915" cy="2335117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F4D4A9FD-15A6-1D42-0194-519696C14DD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76007" y="2355756"/>
            <a:ext cx="1837799" cy="423863"/>
          </a:xfrm>
        </p:spPr>
        <p:txBody>
          <a:bodyPr/>
          <a:lstStyle>
            <a:lvl1pPr>
              <a:defRPr sz="3198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1E370734-0E3F-8664-9BBB-CADA245DFE2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476007" y="2867820"/>
            <a:ext cx="3457915" cy="423863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endParaRPr lang="en-US"/>
          </a:p>
        </p:txBody>
      </p:sp>
      <p:sp>
        <p:nvSpPr>
          <p:cNvPr id="44" name="Text Placeholder 35">
            <a:extLst>
              <a:ext uri="{FF2B5EF4-FFF2-40B4-BE49-F238E27FC236}">
                <a16:creationId xmlns:a16="http://schemas.microsoft.com/office/drawing/2014/main" id="{5DC68F40-3ED9-92CA-E9F3-2D35C795590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476007" y="3553620"/>
            <a:ext cx="3457915" cy="2335117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0748015"/>
      </p:ext>
    </p:extLst>
  </p:cSld>
  <p:clrMapOvr>
    <a:masterClrMapping/>
  </p:clrMapOvr>
  <p:transition spd="med"/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0007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686CF6-986D-5875-F125-A5F2C322F8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6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3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12192000" cy="6000750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02" tIns="45702" rIns="45702" bIns="45702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692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F0A362-23D9-4174-DF15-A461128F65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6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73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7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997DF7-FBE8-11C0-F7B4-16B2B00DB7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2730" y="6544169"/>
            <a:ext cx="578930" cy="2154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816F33-8A17-6F43-C0ED-19AB14CE14D5}"/>
              </a:ext>
            </a:extLst>
          </p:cNvPr>
          <p:cNvSpPr txBox="1"/>
          <p:nvPr userDrawn="1"/>
        </p:nvSpPr>
        <p:spPr>
          <a:xfrm>
            <a:off x="260340" y="6544170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573CAE4-0F97-1A36-2010-6C5B34D874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7328" y="6590336"/>
            <a:ext cx="135436" cy="12311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4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52E480-045F-6089-0332-BACAA5AA34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6" y="6316954"/>
            <a:ext cx="819043" cy="304800"/>
          </a:xfrm>
          <a:prstGeom prst="rect">
            <a:avLst/>
          </a:prstGeom>
        </p:spPr>
      </p:pic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2A58CC25-E21C-6911-76F4-A8420DC11824}"/>
              </a:ext>
            </a:extLst>
          </p:cNvPr>
          <p:cNvSpPr txBox="1">
            <a:spLocks/>
          </p:cNvSpPr>
          <p:nvPr userDrawn="1"/>
        </p:nvSpPr>
        <p:spPr>
          <a:xfrm>
            <a:off x="258062" y="6363750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560FA4-B4FF-D228-22E7-63519F7B01C7}"/>
              </a:ext>
            </a:extLst>
          </p:cNvPr>
          <p:cNvSpPr txBox="1"/>
          <p:nvPr userDrawn="1"/>
        </p:nvSpPr>
        <p:spPr>
          <a:xfrm>
            <a:off x="260340" y="6544170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877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21" y="284957"/>
            <a:ext cx="5523781" cy="594606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1" y="201292"/>
            <a:ext cx="5049878" cy="5239544"/>
          </a:xfrm>
        </p:spPr>
        <p:txBody>
          <a:bodyPr/>
          <a:lstStyle>
            <a:lvl1pPr>
              <a:lnSpc>
                <a:spcPct val="100000"/>
              </a:lnSpc>
              <a:defRPr sz="42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D2F457-09D6-38A6-4455-9A72F2531E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6" y="6316954"/>
            <a:ext cx="819043" cy="304800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7F235A0-AAFC-8A9D-F24C-D04C6353EA1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4584" y="5834573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A0585695-4053-278A-CF48-534A1DFD5EB9}"/>
              </a:ext>
            </a:extLst>
          </p:cNvPr>
          <p:cNvSpPr txBox="1">
            <a:spLocks/>
          </p:cNvSpPr>
          <p:nvPr userDrawn="1"/>
        </p:nvSpPr>
        <p:spPr>
          <a:xfrm>
            <a:off x="258062" y="6363750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0198F2-1283-EEE2-4B17-AF6F1834A48A}"/>
              </a:ext>
            </a:extLst>
          </p:cNvPr>
          <p:cNvSpPr txBox="1"/>
          <p:nvPr userDrawn="1"/>
        </p:nvSpPr>
        <p:spPr>
          <a:xfrm>
            <a:off x="260340" y="6544170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91081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21" y="284957"/>
            <a:ext cx="5523781" cy="594606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049180" cy="4668838"/>
          </a:xfrm>
        </p:spPr>
        <p:txBody>
          <a:bodyPr/>
          <a:lstStyle>
            <a:lvl1pPr>
              <a:lnSpc>
                <a:spcPct val="100000"/>
              </a:lnSpc>
              <a:defRPr sz="42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61BD75-51FC-2CA3-117F-407B113ADD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2730" y="6544169"/>
            <a:ext cx="578930" cy="215444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9513C9B-A9A9-6EFB-5F51-5986574D7F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47328" y="6590336"/>
            <a:ext cx="135436" cy="12311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41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192024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31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4957"/>
            <a:ext cx="2474590" cy="5715794"/>
          </a:xfrm>
        </p:spPr>
        <p:txBody>
          <a:bodyPr/>
          <a:lstStyle>
            <a:lvl1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465191-3A1A-F3C6-8EF8-D2F09F7B790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60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FA5637F8-DD50-AD7D-7A6A-8B8972D92910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8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2630CA-25E9-EA66-B8F5-FCF060AEA7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6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31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31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0371F7-28A4-A8B7-6515-05F01F131EE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60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AAEF00A3-C075-78CB-64E4-5D2224867E70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8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8312EE-2D43-7FB7-70A5-1ED6405113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6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64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2" y="210312"/>
            <a:ext cx="8569797" cy="4095750"/>
          </a:xfrm>
        </p:spPr>
        <p:txBody>
          <a:bodyPr/>
          <a:lstStyle>
            <a:lvl1pPr>
              <a:defRPr sz="8594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A0B7C-A4FB-7C96-144D-9E54488B251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60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840D86EB-6853-E35A-4212-3996B3898F08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8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6518F0-A2C3-933D-FA2B-A891463A2A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6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68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2"/>
                </a:solidFill>
              </a:defRPr>
            </a:lvl1pPr>
            <a:lvl2pPr marL="292432" indent="-292432"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2"/>
                </a:solidFill>
              </a:defRPr>
            </a:lvl2pPr>
            <a:lvl3pPr marL="548310" indent="-292432"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2"/>
                </a:solidFill>
              </a:defRPr>
            </a:lvl3pPr>
            <a:lvl4pPr marL="877297"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9949AB-60D3-DE56-CC15-394902AD65B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60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8F636891-9EA3-6FE4-36F6-BBEA773D617F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8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8B9CB7-B998-4F43-F23E-E699F07A25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6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712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210312"/>
            <a:ext cx="7330121" cy="4858544"/>
          </a:xfrm>
        </p:spPr>
        <p:txBody>
          <a:bodyPr/>
          <a:lstStyle>
            <a:lvl1pPr>
              <a:lnSpc>
                <a:spcPct val="100000"/>
              </a:lnSpc>
              <a:defRPr sz="42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7843E3-AF1C-5AD4-8FD4-374471EDBE7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60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881BCD6A-6658-08A0-1E1B-D4B4384CA624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8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6D21A1-A119-B906-12CC-CD482AA841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6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64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8000" y="4242220"/>
            <a:ext cx="5524575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1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0921" y="4240696"/>
            <a:ext cx="5523781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1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+00%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3809504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0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096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4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288036"/>
            <a:ext cx="3811091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0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096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4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609600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8CFDAE2-D145-8A01-2964-BE1F38D3921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60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18C735B-A53B-17F2-5F86-ADF96B2984EE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8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9857A-B7F9-DC17-0E39-4F819FB36C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6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75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213241"/>
            <a:ext cx="2474590" cy="953294"/>
          </a:xfrm>
        </p:spPr>
        <p:txBody>
          <a:bodyPr/>
          <a:lstStyle>
            <a:lvl1pPr>
              <a:lnSpc>
                <a:spcPct val="90000"/>
              </a:lnSpc>
              <a:defRPr sz="6497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214829"/>
            <a:ext cx="2474590" cy="951707"/>
          </a:xfrm>
        </p:spPr>
        <p:txBody>
          <a:bodyPr/>
          <a:lstStyle>
            <a:lvl1pPr>
              <a:lnSpc>
                <a:spcPct val="90000"/>
              </a:lnSpc>
              <a:defRPr sz="6497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14884"/>
            <a:ext cx="2475384" cy="953956"/>
          </a:xfrm>
        </p:spPr>
        <p:txBody>
          <a:bodyPr/>
          <a:lstStyle>
            <a:lvl1pPr>
              <a:lnSpc>
                <a:spcPct val="90000"/>
              </a:lnSpc>
              <a:defRPr sz="6497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5428457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07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17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324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3"/>
            <a:ext cx="2475384" cy="42619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7329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4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81C1AA3-0815-82A7-06D3-8EFC7187C58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60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7CA6109F-D90F-E751-F8E0-5BAE8792A8EC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8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7AF679-A625-D4EB-2A23-04E32C7E89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6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47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00" y="201168"/>
            <a:ext cx="2474590" cy="2667794"/>
          </a:xfrm>
        </p:spPr>
        <p:txBody>
          <a:bodyPr/>
          <a:lstStyle>
            <a:lvl1pPr>
              <a:lnSpc>
                <a:spcPct val="100000"/>
              </a:lnSpc>
              <a:defRPr sz="4297">
                <a:solidFill>
                  <a:schemeClr val="accent1"/>
                </a:solidFill>
              </a:defRPr>
            </a:lvl1pPr>
          </a:lstStyle>
          <a:p>
            <a:r>
              <a:rPr lang="en-US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201168"/>
            <a:ext cx="5523781" cy="26677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7">
                <a:solidFill>
                  <a:schemeClr val="tx1"/>
                </a:solidFill>
              </a:defRPr>
            </a:lvl1pPr>
            <a:lvl2pPr marL="392955" indent="-392955">
              <a:lnSpc>
                <a:spcPct val="100000"/>
              </a:lnSpc>
              <a:spcBef>
                <a:spcPts val="0"/>
              </a:spcBef>
              <a:defRPr sz="4297">
                <a:solidFill>
                  <a:schemeClr val="tx1"/>
                </a:solidFill>
              </a:defRPr>
            </a:lvl2pPr>
            <a:lvl3pPr marL="749358" indent="-392955">
              <a:lnSpc>
                <a:spcPct val="100000"/>
              </a:lnSpc>
              <a:spcBef>
                <a:spcPts val="0"/>
              </a:spcBef>
              <a:defRPr sz="4297">
                <a:solidFill>
                  <a:schemeClr val="tx1"/>
                </a:solidFill>
              </a:defRPr>
            </a:lvl3pPr>
            <a:lvl4pPr marL="1142313" indent="-392955">
              <a:lnSpc>
                <a:spcPct val="100000"/>
              </a:lnSpc>
              <a:spcBef>
                <a:spcPts val="0"/>
              </a:spcBef>
              <a:defRPr sz="4297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7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00" y="3238500"/>
            <a:ext cx="2474590" cy="2667000"/>
          </a:xfrm>
        </p:spPr>
        <p:txBody>
          <a:bodyPr/>
          <a:lstStyle>
            <a:lvl1pPr>
              <a:lnSpc>
                <a:spcPct val="100000"/>
              </a:lnSpc>
              <a:defRPr sz="4297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4297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4297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4297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4297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3238500"/>
            <a:ext cx="5523781" cy="2667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7">
                <a:solidFill>
                  <a:schemeClr val="tx1"/>
                </a:solidFill>
              </a:defRPr>
            </a:lvl1pPr>
            <a:lvl2pPr marL="392955" indent="-392955">
              <a:lnSpc>
                <a:spcPct val="100000"/>
              </a:lnSpc>
              <a:spcBef>
                <a:spcPts val="0"/>
              </a:spcBef>
              <a:defRPr sz="4297">
                <a:solidFill>
                  <a:schemeClr val="tx1"/>
                </a:solidFill>
              </a:defRPr>
            </a:lvl2pPr>
            <a:lvl3pPr marL="749358" indent="-392955">
              <a:lnSpc>
                <a:spcPct val="100000"/>
              </a:lnSpc>
              <a:spcBef>
                <a:spcPts val="0"/>
              </a:spcBef>
              <a:defRPr sz="4297">
                <a:solidFill>
                  <a:schemeClr val="tx1"/>
                </a:solidFill>
              </a:defRPr>
            </a:lvl3pPr>
            <a:lvl4pPr marL="1142313" indent="-392955">
              <a:lnSpc>
                <a:spcPct val="100000"/>
              </a:lnSpc>
              <a:spcBef>
                <a:spcPts val="0"/>
              </a:spcBef>
              <a:defRPr sz="4297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7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A52F75C-315F-93D3-0F98-97DEB40F70F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60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1FF289CC-184A-8F20-A4CE-67F2FBBC7B5A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8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C1D634-60E9-4D2E-B5F4-8734048FCB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6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81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3316" y="40957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3316" y="20002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05740"/>
            <a:ext cx="2475384" cy="1429544"/>
          </a:xfrm>
        </p:spPr>
        <p:txBody>
          <a:bodyPr/>
          <a:lstStyle>
            <a:lvl1pPr>
              <a:lnSpc>
                <a:spcPct val="90000"/>
              </a:lnSpc>
              <a:defRPr sz="6497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582260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3809504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1907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2862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093978"/>
            <a:ext cx="2475384" cy="1428753"/>
          </a:xfrm>
        </p:spPr>
        <p:txBody>
          <a:bodyPr/>
          <a:lstStyle>
            <a:lvl1pPr>
              <a:lnSpc>
                <a:spcPct val="90000"/>
              </a:lnSpc>
              <a:defRPr sz="6497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9" y="4201670"/>
            <a:ext cx="2475383" cy="1428753"/>
          </a:xfrm>
        </p:spPr>
        <p:txBody>
          <a:bodyPr/>
          <a:lstStyle>
            <a:lvl1pPr>
              <a:lnSpc>
                <a:spcPct val="90000"/>
              </a:lnSpc>
              <a:defRPr sz="6497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F1F183D-2867-EA88-0C4E-CD0A216E83A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6840" y="6409760"/>
            <a:ext cx="4962658" cy="211995"/>
          </a:xfrm>
        </p:spPr>
        <p:txBody>
          <a:bodyPr/>
          <a:lstStyle/>
          <a:p>
            <a:endParaRPr lang="en-US">
              <a:solidFill>
                <a:srgbClr val="000000"/>
              </a:solidFill>
              <a:effectLst/>
              <a:latin typeface="IBM Plex Sans" panose="020B0503050203000203" pitchFamily="34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57099EAD-4606-80D3-B630-128197CD6C3E}"/>
              </a:ext>
            </a:extLst>
          </p:cNvPr>
          <p:cNvSpPr txBox="1">
            <a:spLocks/>
          </p:cNvSpPr>
          <p:nvPr userDrawn="1"/>
        </p:nvSpPr>
        <p:spPr>
          <a:xfrm>
            <a:off x="258062" y="6231018"/>
            <a:ext cx="5049180" cy="285713"/>
          </a:xfrm>
          <a:prstGeom prst="rect">
            <a:avLst/>
          </a:prstGeom>
        </p:spPr>
        <p:txBody>
          <a:bodyPr/>
          <a:lstStyle>
            <a:lvl1pPr marL="0" marR="0" indent="0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26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052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578" marR="0" indent="-164526" algn="l" defTabSz="12187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272" marR="0" indent="-228508" algn="l" defTabSz="1218712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162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374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586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4798" marR="0" indent="-194427" algn="l" defTabSz="1218712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200" kern="0"/>
              <a:t>IBM Confidential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38E9C7-15D4-9A71-A173-518630FCA6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4896" y="6316954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48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11390A-15A1-0997-0B15-0B48C559F156}"/>
              </a:ext>
            </a:extLst>
          </p:cNvPr>
          <p:cNvSpPr/>
          <p:nvPr userDrawn="1"/>
        </p:nvSpPr>
        <p:spPr bwMode="auto">
          <a:xfrm>
            <a:off x="6111240" y="1840524"/>
            <a:ext cx="3035808" cy="5017477"/>
          </a:xfrm>
          <a:prstGeom prst="rect">
            <a:avLst/>
          </a:prstGeom>
          <a:solidFill>
            <a:srgbClr val="ED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28" tIns="91428" rIns="91428" bIns="9142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21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0C29AE-9851-3151-5B39-A94B9B42E83F}"/>
              </a:ext>
            </a:extLst>
          </p:cNvPr>
          <p:cNvSpPr/>
          <p:nvPr userDrawn="1"/>
        </p:nvSpPr>
        <p:spPr bwMode="auto">
          <a:xfrm>
            <a:off x="9147048" y="1840524"/>
            <a:ext cx="3044952" cy="5017477"/>
          </a:xfrm>
          <a:prstGeom prst="rect">
            <a:avLst/>
          </a:prstGeom>
          <a:solidFill>
            <a:srgbClr val="D0E2FF">
              <a:alpha val="61000"/>
            </a:srgb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28" tIns="91428" rIns="91428" bIns="9142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21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4CC17E-9E3F-CF2E-053A-64CCD0A3B1A9}"/>
              </a:ext>
            </a:extLst>
          </p:cNvPr>
          <p:cNvSpPr/>
          <p:nvPr userDrawn="1"/>
        </p:nvSpPr>
        <p:spPr bwMode="auto">
          <a:xfrm>
            <a:off x="3060192" y="1840524"/>
            <a:ext cx="3050632" cy="5017477"/>
          </a:xfrm>
          <a:prstGeom prst="rect">
            <a:avLst/>
          </a:prstGeom>
          <a:solidFill>
            <a:srgbClr val="D0E2FF">
              <a:alpha val="61000"/>
            </a:srgb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28" tIns="91428" rIns="91428" bIns="9142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21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69D247-3430-52E7-58E0-9FAA3F3223D5}"/>
              </a:ext>
            </a:extLst>
          </p:cNvPr>
          <p:cNvSpPr/>
          <p:nvPr userDrawn="1"/>
        </p:nvSpPr>
        <p:spPr bwMode="auto">
          <a:xfrm>
            <a:off x="0" y="1840524"/>
            <a:ext cx="3060192" cy="5017477"/>
          </a:xfrm>
          <a:prstGeom prst="rect">
            <a:avLst/>
          </a:prstGeom>
          <a:solidFill>
            <a:srgbClr val="ED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28" tIns="91428" rIns="91428" bIns="9142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21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8001" y="1714500"/>
            <a:ext cx="2477765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97FEA9-03DC-244E-7055-AF63B496EB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2730" y="6544169"/>
            <a:ext cx="578930" cy="2154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075E82-6FFA-F2EB-AD10-06B3FBEDD9E7}"/>
              </a:ext>
            </a:extLst>
          </p:cNvPr>
          <p:cNvSpPr txBox="1"/>
          <p:nvPr userDrawn="1"/>
        </p:nvSpPr>
        <p:spPr>
          <a:xfrm>
            <a:off x="260340" y="6544170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F5F82B1-7FF2-F404-8C86-D6DDE95B78F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47328" y="6590336"/>
            <a:ext cx="135436" cy="12311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66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8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681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1714500"/>
            <a:ext cx="0" cy="42862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6093683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9142810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7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68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8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7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8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048544"/>
          </a:xfrm>
        </p:spPr>
        <p:txBody>
          <a:bodyPr/>
          <a:lstStyle>
            <a:lvl1pPr>
              <a:lnSpc>
                <a:spcPct val="110000"/>
              </a:lnSpc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8001" y="1714500"/>
            <a:ext cx="2477765" cy="20002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62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24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8986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185" y="1714500"/>
            <a:ext cx="247073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62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24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8986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5" y="1714500"/>
            <a:ext cx="2476177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62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24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8986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7347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4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7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6"/>
          </a:xfrm>
        </p:spPr>
        <p:txBody>
          <a:bodyPr/>
          <a:lstStyle>
            <a:lvl1pPr>
              <a:lnSpc>
                <a:spcPct val="100000"/>
              </a:lnSpc>
              <a:defRPr sz="31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21" y="1714500"/>
            <a:ext cx="5047593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2556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5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3711980" cy="95329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5049180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21" y="1714500"/>
            <a:ext cx="5047593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866B19-2C9E-ABB4-095D-6A2B4CC25A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2730" y="6544169"/>
            <a:ext cx="578930" cy="2154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1B8585-FEC8-B4A3-1A96-23B2AD631B0A}"/>
              </a:ext>
            </a:extLst>
          </p:cNvPr>
          <p:cNvSpPr txBox="1"/>
          <p:nvPr userDrawn="1"/>
        </p:nvSpPr>
        <p:spPr>
          <a:xfrm>
            <a:off x="260340" y="6544170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5028309-2065-3DAB-A317-1681ACAD79D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47328" y="6590336"/>
            <a:ext cx="135436" cy="12311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292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2193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209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6178" cy="2286794"/>
          </a:xfr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059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192024"/>
            <a:ext cx="5519019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7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4591" cy="2286794"/>
          </a:xfrm>
        </p:spPr>
        <p:txBody>
          <a:bodyPr rIns="0"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1697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20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6"/>
            <a:ext cx="2474590" cy="570707"/>
          </a:xfrm>
        </p:spPr>
        <p:txBody>
          <a:bodyPr/>
          <a:lstStyle>
            <a:lvl1pPr>
              <a:lnSpc>
                <a:spcPct val="100000"/>
              </a:lnSpc>
              <a:defRPr sz="31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2988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591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4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400"/>
            </a:lvl2pPr>
            <a:lvl3pPr>
              <a:lnSpc>
                <a:spcPct val="90000"/>
              </a:lnSpc>
              <a:spcBef>
                <a:spcPts val="0"/>
              </a:spcBef>
              <a:defRPr sz="1400"/>
            </a:lvl3pPr>
            <a:lvl4pPr>
              <a:lnSpc>
                <a:spcPct val="90000"/>
              </a:lnSpc>
              <a:spcBef>
                <a:spcPts val="0"/>
              </a:spcBef>
              <a:defRPr sz="1400"/>
            </a:lvl4pPr>
            <a:lvl5pPr>
              <a:lnSpc>
                <a:spcPct val="9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380921" y="288038"/>
            <a:ext cx="607997" cy="607231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428524" y="288036"/>
            <a:ext cx="608843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609368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307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239012"/>
            <a:ext cx="3334903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0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096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4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23825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0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096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4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8" y="4192524"/>
            <a:ext cx="3334904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0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096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4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20" y="419100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0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096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448" indent="-20104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99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0921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998" y="323697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21" y="3238500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 userDrawn="1"/>
        </p:nvCxnSpPr>
        <p:spPr bwMode="auto">
          <a:xfrm>
            <a:off x="6095206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59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841248"/>
            <a:ext cx="2857128" cy="1138428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1681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8001" y="288036"/>
            <a:ext cx="2477765" cy="570706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82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763524"/>
            <a:ext cx="5521401" cy="1138428"/>
          </a:xfrm>
        </p:spPr>
        <p:txBody>
          <a:bodyPr rIns="457200"/>
          <a:lstStyle>
            <a:lvl1pPr>
              <a:lnSpc>
                <a:spcPct val="110000"/>
              </a:lnSpc>
              <a:defRPr sz="31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4957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4957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8001" y="288036"/>
            <a:ext cx="2477765" cy="224028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5613AA-4FB8-6575-3B2B-6E22C74BC6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2730" y="6544169"/>
            <a:ext cx="578930" cy="2154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C55F2-D131-A082-8D76-B214BA8B486B}"/>
              </a:ext>
            </a:extLst>
          </p:cNvPr>
          <p:cNvSpPr txBox="1"/>
          <p:nvPr userDrawn="1"/>
        </p:nvSpPr>
        <p:spPr>
          <a:xfrm>
            <a:off x="260340" y="6544170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FBA95EE-CBC5-8BC8-9762-C7418F48D9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7328" y="6590336"/>
            <a:ext cx="135436" cy="12311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794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288036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8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0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192024"/>
            <a:ext cx="5524575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8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362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1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2554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34141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89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66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62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24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8986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62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24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8986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28523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62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24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8986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3316" y="3714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62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24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8986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0920" y="3714752"/>
            <a:ext cx="2475384" cy="189634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62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24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8986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428523" y="3714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62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24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8986" indent="-109662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33316" y="288038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20" y="288038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28523" y="288038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33316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80920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428523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2CDB94-BA57-B58F-95F0-D406FE34BB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5" y="3048000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CBE6E3-0E18-8A57-578D-D314948AF14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200B05-7E36-4E03-3739-0BA983764616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FF3B59-8BBA-8C99-9D4D-743723E434FC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22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192025"/>
            <a:ext cx="5519019" cy="1706563"/>
          </a:xfrm>
        </p:spPr>
        <p:txBody>
          <a:bodyPr rIns="457200"/>
          <a:lstStyle>
            <a:lvl1pPr>
              <a:lnSpc>
                <a:spcPct val="100000"/>
              </a:lnSpc>
              <a:defRPr sz="31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8" y="3332988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23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8"/>
            <a:ext cx="2474590" cy="1706563"/>
          </a:xfrm>
        </p:spPr>
        <p:txBody>
          <a:bodyPr rIns="0"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0042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8001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21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584928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6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8001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5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59171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6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8001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8" y="282578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01613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6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63414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6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4126" y="284957"/>
            <a:ext cx="11620574" cy="629046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1525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999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46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46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4279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999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46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46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4279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87999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14279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77747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46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46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07898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77747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46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46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07898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377747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46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46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07898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38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879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17" indent="-127938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81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333316" y="284957"/>
            <a:ext cx="8571384" cy="5715794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05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1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7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07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17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324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5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352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38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1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7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07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17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324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90476" y="640238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07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17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324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189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2006" y="3084232"/>
            <a:ext cx="1727991" cy="689541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413834D-F74C-76A9-31DB-51FC5DC6DF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7328" y="6590336"/>
            <a:ext cx="135436" cy="12311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55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797037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[4-4] 6 small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 txBox="1"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6FF"/>
          </a:solidFill>
        </p:spPr>
        <p:txBody>
          <a:bodyPr vert="horz" lIns="190450" tIns="167596" rIns="190450" bIns="190450" rtlCol="0" anchor="t" anchorCtr="0">
            <a:noAutofit/>
          </a:bodyPr>
          <a:lstStyle>
            <a:lvl1pPr algn="l" defTabSz="7308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36" kern="1200">
                <a:solidFill>
                  <a:schemeClr val="bg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endParaRPr lang="en-US" sz="3195" b="0" i="0">
              <a:latin typeface="Arial Regular" charset="0"/>
            </a:endParaRP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prstGeom prst="rect">
            <a:avLst/>
          </a:prstGeom>
          <a:noFill/>
        </p:spPr>
        <p:txBody>
          <a:bodyPr lIns="0" tIns="5486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2" y="381000"/>
            <a:ext cx="2476501" cy="2857500"/>
          </a:xfrm>
        </p:spPr>
        <p:txBody>
          <a:bodyPr>
            <a:noAutofit/>
          </a:bodyPr>
          <a:lstStyle>
            <a:lvl1pPr>
              <a:defRPr sz="2333">
                <a:solidFill>
                  <a:srgbClr val="001141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8" name="Content Placeholder 9"/>
          <p:cNvSpPr>
            <a:spLocks noGrp="1"/>
          </p:cNvSpPr>
          <p:nvPr>
            <p:ph sz="quarter" idx="16"/>
          </p:nvPr>
        </p:nvSpPr>
        <p:spPr>
          <a:xfrm>
            <a:off x="3048000" y="0"/>
            <a:ext cx="3048000" cy="3429000"/>
          </a:xfrm>
          <a:prstGeom prst="rect">
            <a:avLst/>
          </a:prstGeom>
          <a:noFill/>
        </p:spPr>
        <p:txBody>
          <a:bodyPr lIns="0" tIns="5486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7"/>
          <p:cNvSpPr>
            <a:spLocks noGrp="1"/>
          </p:cNvSpPr>
          <p:nvPr>
            <p:ph sz="quarter" idx="15"/>
          </p:nvPr>
        </p:nvSpPr>
        <p:spPr>
          <a:xfrm>
            <a:off x="6096000" y="0"/>
            <a:ext cx="3048000" cy="3429000"/>
          </a:xfrm>
          <a:prstGeom prst="rect">
            <a:avLst/>
          </a:prstGeom>
          <a:noFill/>
        </p:spPr>
        <p:txBody>
          <a:bodyPr lIns="0" tIns="5486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7"/>
          </p:nvPr>
        </p:nvSpPr>
        <p:spPr>
          <a:xfrm>
            <a:off x="9144000" y="3429000"/>
            <a:ext cx="3048000" cy="34290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011" y="6515120"/>
            <a:ext cx="471765" cy="190502"/>
          </a:xfrm>
          <a:prstGeom prst="rect">
            <a:avLst/>
          </a:prstGeom>
        </p:spPr>
      </p:pic>
      <p:sp>
        <p:nvSpPr>
          <p:cNvPr id="19" name="Content Placeholder 9"/>
          <p:cNvSpPr>
            <a:spLocks noGrp="1"/>
          </p:cNvSpPr>
          <p:nvPr>
            <p:ph sz="quarter" idx="19"/>
          </p:nvPr>
        </p:nvSpPr>
        <p:spPr>
          <a:xfrm>
            <a:off x="3048000" y="3429000"/>
            <a:ext cx="3048000" cy="34290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7"/>
          <p:cNvSpPr>
            <a:spLocks noGrp="1"/>
          </p:cNvSpPr>
          <p:nvPr>
            <p:ph sz="quarter" idx="20"/>
          </p:nvPr>
        </p:nvSpPr>
        <p:spPr>
          <a:xfrm>
            <a:off x="6096000" y="3429000"/>
            <a:ext cx="3048000" cy="34290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B1C0CBA1-460E-2448-B276-CE4017DE072F}"/>
              </a:ext>
            </a:extLst>
          </p:cNvPr>
          <p:cNvSpPr txBox="1">
            <a:spLocks/>
          </p:cNvSpPr>
          <p:nvPr userDrawn="1"/>
        </p:nvSpPr>
        <p:spPr>
          <a:xfrm>
            <a:off x="762000" y="6622962"/>
            <a:ext cx="1903680" cy="1825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7" b="0" i="0">
                <a:solidFill>
                  <a:schemeClr val="tx1"/>
                </a:solidFill>
                <a:latin typeface="IBM Plex Sans Light" panose="020B0403050203000203" pitchFamily="34" charset="0"/>
                <a:ea typeface="IBM Plex Sans" charset="0"/>
                <a:cs typeface="IBM Plex Sans" charset="0"/>
              </a:rPr>
              <a:t>IBM Institute for Business Value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9B0701B-7540-2D4A-8102-88493CA074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276" y="6553200"/>
            <a:ext cx="471765" cy="190500"/>
          </a:xfrm>
          <a:prstGeom prst="rect">
            <a:avLst/>
          </a:prstGeom>
        </p:spPr>
      </p:pic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468DF8D0-1210-C147-8207-2FCB05CD93A5}"/>
              </a:ext>
            </a:extLst>
          </p:cNvPr>
          <p:cNvSpPr txBox="1">
            <a:spLocks/>
          </p:cNvSpPr>
          <p:nvPr userDrawn="1"/>
        </p:nvSpPr>
        <p:spPr>
          <a:xfrm>
            <a:off x="3238500" y="6622963"/>
            <a:ext cx="1903680" cy="1825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7" b="0" i="0">
                <a:solidFill>
                  <a:schemeClr val="tx1"/>
                </a:solidFill>
                <a:latin typeface="+mn-lt"/>
                <a:ea typeface="IBM Plex Sans" charset="0"/>
                <a:cs typeface="IBM Plex Sans" charset="0"/>
              </a:rPr>
              <a:t>© 2023 IBM Corporation               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5346FFF0-AE49-DD44-9424-041D7790E27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1" y="6096001"/>
            <a:ext cx="2476500" cy="403860"/>
          </a:xfrm>
        </p:spPr>
        <p:txBody>
          <a:bodyPr anchor="b"/>
          <a:lstStyle>
            <a:lvl1pPr>
              <a:spcBef>
                <a:spcPts val="0"/>
              </a:spcBef>
              <a:defRPr sz="667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F182AC-E336-C449-99C6-CD76F5385E49}"/>
              </a:ext>
            </a:extLst>
          </p:cNvPr>
          <p:cNvSpPr txBox="1"/>
          <p:nvPr userDrawn="1"/>
        </p:nvSpPr>
        <p:spPr>
          <a:xfrm>
            <a:off x="382982" y="6652260"/>
            <a:ext cx="379018" cy="213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500"/>
              </a:spcBef>
            </a:pPr>
            <a:fld id="{5703191B-A4A8-4141-A229-4AAA1EA5695E}" type="slidenum">
              <a:rPr lang="en-US" sz="667" b="0" i="0" smtClean="0">
                <a:solidFill>
                  <a:schemeClr val="tx1"/>
                </a:solidFill>
                <a:latin typeface="IBM Plex Sans Medm" panose="020B0503050203000203" pitchFamily="34" charset="0"/>
                <a:ea typeface="IBM Plex Sans" charset="0"/>
                <a:cs typeface="IBM Plex Sans" charset="0"/>
              </a:rPr>
              <a:pPr algn="l">
                <a:lnSpc>
                  <a:spcPct val="110000"/>
                </a:lnSpc>
                <a:spcBef>
                  <a:spcPts val="1500"/>
                </a:spcBef>
              </a:pPr>
              <a:t>‹#›</a:t>
            </a:fld>
            <a:endParaRPr lang="en-US" sz="667" b="0" i="0">
              <a:solidFill>
                <a:schemeClr val="tx1"/>
              </a:solidFill>
              <a:latin typeface="IBM Plex Sans Medm" panose="020B0503050203000203" pitchFamily="34" charset="0"/>
              <a:ea typeface="IBM Plex Sans" charset="0"/>
              <a:cs typeface="IBM Plex Sans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08E30A-FCE5-019B-DEB5-F6D15B5FC6CD}"/>
              </a:ext>
            </a:extLst>
          </p:cNvPr>
          <p:cNvCxnSpPr/>
          <p:nvPr userDrawn="1"/>
        </p:nvCxnSpPr>
        <p:spPr bwMode="auto">
          <a:xfrm>
            <a:off x="3048002" y="381000"/>
            <a:ext cx="2857501" cy="0"/>
          </a:xfrm>
          <a:prstGeom prst="line">
            <a:avLst/>
          </a:prstGeom>
          <a:ln w="3175">
            <a:solidFill>
              <a:srgbClr val="00114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14E05C-EFDC-83EE-CDCA-F9C9A0D199CF}"/>
              </a:ext>
            </a:extLst>
          </p:cNvPr>
          <p:cNvCxnSpPr/>
          <p:nvPr userDrawn="1"/>
        </p:nvCxnSpPr>
        <p:spPr bwMode="auto">
          <a:xfrm>
            <a:off x="6096002" y="381000"/>
            <a:ext cx="2857501" cy="0"/>
          </a:xfrm>
          <a:prstGeom prst="line">
            <a:avLst/>
          </a:prstGeom>
          <a:ln w="3175">
            <a:solidFill>
              <a:srgbClr val="00114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63BE46-6247-F822-4731-6DE3D1C69456}"/>
              </a:ext>
            </a:extLst>
          </p:cNvPr>
          <p:cNvCxnSpPr/>
          <p:nvPr userDrawn="1"/>
        </p:nvCxnSpPr>
        <p:spPr bwMode="auto">
          <a:xfrm>
            <a:off x="9144000" y="381000"/>
            <a:ext cx="2857501" cy="0"/>
          </a:xfrm>
          <a:prstGeom prst="line">
            <a:avLst/>
          </a:prstGeom>
          <a:ln w="3175">
            <a:solidFill>
              <a:srgbClr val="00114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BCC3D9-5EBD-F122-62CD-FEAA5A6F53E6}"/>
              </a:ext>
            </a:extLst>
          </p:cNvPr>
          <p:cNvCxnSpPr/>
          <p:nvPr userDrawn="1"/>
        </p:nvCxnSpPr>
        <p:spPr bwMode="auto">
          <a:xfrm>
            <a:off x="6096002" y="3429000"/>
            <a:ext cx="2857501" cy="0"/>
          </a:xfrm>
          <a:prstGeom prst="line">
            <a:avLst/>
          </a:prstGeom>
          <a:ln w="3175">
            <a:solidFill>
              <a:srgbClr val="00114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4F96EF-E60D-F38E-B6E4-38D9CDA15291}"/>
              </a:ext>
            </a:extLst>
          </p:cNvPr>
          <p:cNvCxnSpPr/>
          <p:nvPr userDrawn="1"/>
        </p:nvCxnSpPr>
        <p:spPr bwMode="auto">
          <a:xfrm>
            <a:off x="9144000" y="3429000"/>
            <a:ext cx="2857501" cy="0"/>
          </a:xfrm>
          <a:prstGeom prst="line">
            <a:avLst/>
          </a:prstGeom>
          <a:ln w="3175">
            <a:solidFill>
              <a:srgbClr val="00114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11A11B0-F3CF-AA43-9BB4-AEF79B6A0675}"/>
              </a:ext>
            </a:extLst>
          </p:cNvPr>
          <p:cNvCxnSpPr/>
          <p:nvPr userDrawn="1"/>
        </p:nvCxnSpPr>
        <p:spPr bwMode="auto">
          <a:xfrm>
            <a:off x="3048002" y="3429000"/>
            <a:ext cx="2857501" cy="0"/>
          </a:xfrm>
          <a:prstGeom prst="line">
            <a:avLst/>
          </a:prstGeom>
          <a:ln w="3175">
            <a:solidFill>
              <a:srgbClr val="00114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09AED25-D6FE-2A3E-C452-4F32D0A9F4D2}"/>
              </a:ext>
            </a:extLst>
          </p:cNvPr>
          <p:cNvSpPr txBox="1"/>
          <p:nvPr userDrawn="1"/>
        </p:nvSpPr>
        <p:spPr>
          <a:xfrm>
            <a:off x="381000" y="3810000"/>
            <a:ext cx="1905000" cy="1016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500"/>
              </a:spcBef>
            </a:pPr>
            <a:endParaRPr lang="en-US" sz="1500" err="1">
              <a:solidFill>
                <a:schemeClr val="tx1"/>
              </a:solidFill>
              <a:latin typeface="+mn-lt"/>
              <a:ea typeface="IBM Plex Sans" charset="0"/>
              <a:cs typeface="IBM Plex Sans" charset="0"/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CE1E8A20-C8D2-76A2-B504-EFCFC9471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3429000"/>
            <a:ext cx="2476500" cy="2438664"/>
          </a:xfrm>
        </p:spPr>
        <p:txBody>
          <a:bodyPr lIns="0" tIns="0" rIns="0" bIns="0"/>
          <a:lstStyle>
            <a:lvl1pPr marL="0" indent="0">
              <a:buNone/>
              <a:defRPr sz="1667">
                <a:solidFill>
                  <a:srgbClr val="001141"/>
                </a:solidFill>
              </a:defRPr>
            </a:lvl1pPr>
            <a:lvl2pPr marL="380833" indent="0">
              <a:buNone/>
              <a:defRPr sz="1167"/>
            </a:lvl2pPr>
            <a:lvl3pPr marL="761666" indent="0">
              <a:buNone/>
              <a:defRPr sz="1000"/>
            </a:lvl3pPr>
            <a:lvl4pPr marL="1142496" indent="0">
              <a:buNone/>
              <a:defRPr sz="833"/>
            </a:lvl4pPr>
            <a:lvl5pPr marL="1523329" indent="0">
              <a:buNone/>
              <a:defRPr sz="833"/>
            </a:lvl5pPr>
            <a:lvl6pPr marL="1904162" indent="0">
              <a:buNone/>
              <a:defRPr sz="833"/>
            </a:lvl6pPr>
            <a:lvl7pPr marL="2284995" indent="0">
              <a:buNone/>
              <a:defRPr sz="833"/>
            </a:lvl7pPr>
            <a:lvl8pPr marL="2665827" indent="0">
              <a:buNone/>
              <a:defRPr sz="833"/>
            </a:lvl8pPr>
            <a:lvl9pPr marL="3046659" indent="0">
              <a:buNone/>
              <a:defRPr sz="8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9C200C3-CDC3-6BEB-BD50-22DABF021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2" y="152403"/>
            <a:ext cx="2476497" cy="2285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167"/>
              </a:spcAft>
              <a:buNone/>
              <a:defRPr sz="833" b="0" i="0">
                <a:solidFill>
                  <a:srgbClr val="6F6F6F"/>
                </a:solidFill>
                <a:latin typeface="IBM Plex Sans Medm" panose="020B0503050203000203" pitchFamily="34" charset="0"/>
              </a:defRPr>
            </a:lvl1pPr>
            <a:lvl2pPr>
              <a:defRPr sz="667" b="0" i="0">
                <a:latin typeface="IBM Plex Sans Medm" panose="020B0503050203000203" pitchFamily="34" charset="0"/>
              </a:defRPr>
            </a:lvl2pPr>
            <a:lvl3pPr>
              <a:defRPr sz="667" b="0" i="0">
                <a:latin typeface="IBM Plex Sans Medm" panose="020B0503050203000203" pitchFamily="34" charset="0"/>
              </a:defRPr>
            </a:lvl3pPr>
            <a:lvl4pPr>
              <a:defRPr sz="667" b="0" i="0">
                <a:latin typeface="IBM Plex Sans Medm" panose="020B0503050203000203" pitchFamily="34" charset="0"/>
              </a:defRPr>
            </a:lvl4pPr>
            <a:lvl5pPr>
              <a:defRPr sz="667" b="0" i="0">
                <a:latin typeface="IBM Plex Sans Medm" panose="020B0503050203000203" pitchFamily="34" charset="0"/>
              </a:defRPr>
            </a:lvl5pPr>
          </a:lstStyle>
          <a:p>
            <a:pPr lvl="0"/>
            <a:r>
              <a:rPr lang="en-US"/>
              <a:t>Click to edit optional section header </a:t>
            </a:r>
          </a:p>
        </p:txBody>
      </p:sp>
    </p:spTree>
    <p:extLst>
      <p:ext uri="{BB962C8B-B14F-4D97-AF65-F5344CB8AC3E}">
        <p14:creationId xmlns:p14="http://schemas.microsoft.com/office/powerpoint/2010/main" val="2426046093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32967" y="6505277"/>
            <a:ext cx="278922" cy="267380"/>
          </a:xfrm>
          <a:prstGeom prst="rect">
            <a:avLst/>
          </a:prstGeom>
        </p:spPr>
        <p:txBody>
          <a:bodyPr lIns="71437" tIns="71437" rIns="71437" bIns="71437" anchor="t"/>
          <a:lstStyle>
            <a:lvl1pPr>
              <a:defRPr>
                <a:solidFill>
                  <a:srgbClr val="4B5759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654" name="Title text"/>
          <p:cNvSpPr txBox="1">
            <a:spLocks noGrp="1"/>
          </p:cNvSpPr>
          <p:nvPr>
            <p:ph type="body" sz="quarter" idx="21"/>
          </p:nvPr>
        </p:nvSpPr>
        <p:spPr>
          <a:xfrm>
            <a:off x="573959" y="699501"/>
            <a:ext cx="9076230" cy="544251"/>
          </a:xfrm>
          <a:prstGeom prst="rect">
            <a:avLst/>
          </a:prstGeom>
        </p:spPr>
        <p:txBody>
          <a:bodyPr lIns="71437" tIns="71437" rIns="71437" bIns="71437">
            <a:spAutoFit/>
          </a:bodyPr>
          <a:lstStyle>
            <a:lvl1pPr marL="0" indent="0" defTabSz="292042">
              <a:lnSpc>
                <a:spcPct val="100000"/>
              </a:lnSpc>
              <a:spcBef>
                <a:spcPts val="0"/>
              </a:spcBef>
              <a:buSzTx/>
              <a:buNone/>
              <a:defRPr sz="2599" cap="all" spc="520"/>
            </a:lvl1pPr>
          </a:lstStyle>
          <a:p>
            <a:r>
              <a:t>Title text</a:t>
            </a:r>
          </a:p>
        </p:txBody>
      </p:sp>
      <p:sp>
        <p:nvSpPr>
          <p:cNvPr id="656" name="Line"/>
          <p:cNvSpPr/>
          <p:nvPr/>
        </p:nvSpPr>
        <p:spPr>
          <a:xfrm>
            <a:off x="2511128" y="387834"/>
            <a:ext cx="9100124" cy="0"/>
          </a:xfrm>
          <a:prstGeom prst="line">
            <a:avLst/>
          </a:prstGeom>
          <a:ln w="25400">
            <a:solidFill>
              <a:srgbClr val="0E61FF"/>
            </a:solidFill>
            <a:miter lim="400000"/>
          </a:ln>
        </p:spPr>
        <p:txBody>
          <a:bodyPr lIns="25397" tIns="25397" rIns="25397" bIns="25397" anchor="ctr"/>
          <a:lstStyle/>
          <a:p>
            <a:pPr defTabSz="412667">
              <a:defRPr sz="3200">
                <a:solidFill>
                  <a:srgbClr val="000000"/>
                </a:solidFill>
              </a:defRPr>
            </a:pPr>
            <a:endParaRPr sz="1600"/>
          </a:p>
        </p:txBody>
      </p:sp>
      <p:sp>
        <p:nvSpPr>
          <p:cNvPr id="657" name="Title Text"/>
          <p:cNvSpPr txBox="1">
            <a:spLocks noGrp="1"/>
          </p:cNvSpPr>
          <p:nvPr>
            <p:ph type="body" sz="quarter" idx="22"/>
          </p:nvPr>
        </p:nvSpPr>
        <p:spPr>
          <a:xfrm>
            <a:off x="550070" y="215765"/>
            <a:ext cx="1961059" cy="304999"/>
          </a:xfrm>
          <a:prstGeom prst="rect">
            <a:avLst/>
          </a:prstGeom>
        </p:spPr>
        <p:txBody>
          <a:bodyPr lIns="71437" tIns="71437" rIns="71437" bIns="71437" anchor="b">
            <a:noAutofit/>
          </a:bodyPr>
          <a:lstStyle>
            <a:lvl1pPr marL="0" indent="0" defTabSz="292042">
              <a:lnSpc>
                <a:spcPct val="120000"/>
              </a:lnSpc>
              <a:spcBef>
                <a:spcPts val="0"/>
              </a:spcBef>
              <a:buSzTx/>
              <a:buNone/>
              <a:defRPr sz="1300" cap="all" spc="247">
                <a:solidFill>
                  <a:srgbClr val="D6B064"/>
                </a:solidFill>
              </a:defRPr>
            </a:lvl1pPr>
          </a:lstStyle>
          <a:p>
            <a:r>
              <a:t>Title Text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CB32AF-A1B4-DC4D-899C-5656DEF6504E}"/>
              </a:ext>
            </a:extLst>
          </p:cNvPr>
          <p:cNvGrpSpPr/>
          <p:nvPr userDrawn="1"/>
        </p:nvGrpSpPr>
        <p:grpSpPr>
          <a:xfrm>
            <a:off x="169841" y="6394787"/>
            <a:ext cx="2928891" cy="241092"/>
            <a:chOff x="339681" y="12789571"/>
            <a:chExt cx="5857782" cy="482184"/>
          </a:xfrm>
        </p:grpSpPr>
        <p:sp>
          <p:nvSpPr>
            <p:cNvPr id="6" name="Product Engineering">
              <a:extLst>
                <a:ext uri="{FF2B5EF4-FFF2-40B4-BE49-F238E27FC236}">
                  <a16:creationId xmlns:a16="http://schemas.microsoft.com/office/drawing/2014/main" id="{57A74310-4056-14DF-3463-E44850ED8DB6}"/>
                </a:ext>
              </a:extLst>
            </p:cNvPr>
            <p:cNvSpPr txBox="1"/>
            <p:nvPr/>
          </p:nvSpPr>
          <p:spPr>
            <a:xfrm>
              <a:off x="963591" y="12789571"/>
              <a:ext cx="5233872" cy="48218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spAutoFit/>
            </a:bodyPr>
            <a:lstStyle>
              <a:lvl1pPr algn="l" defTabSz="1219200">
                <a:defRPr sz="1800">
                  <a:solidFill>
                    <a:srgbClr val="262626"/>
                  </a:solidFill>
                </a:defRPr>
              </a:lvl1pPr>
            </a:lstStyle>
            <a:p>
              <a:r>
                <a:rPr sz="900"/>
                <a:t>Product Engineering</a:t>
              </a:r>
            </a:p>
          </p:txBody>
        </p:sp>
        <p:pic>
          <p:nvPicPr>
            <p:cNvPr id="7" name="image-asset.png" descr="image-asset.png">
              <a:extLst>
                <a:ext uri="{FF2B5EF4-FFF2-40B4-BE49-F238E27FC236}">
                  <a16:creationId xmlns:a16="http://schemas.microsoft.com/office/drawing/2014/main" id="{A0F478B9-60BC-046C-B55F-A9026368B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flipV="1">
              <a:off x="339681" y="12894921"/>
              <a:ext cx="459303" cy="359897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315325874"/>
      </p:ext>
    </p:extLst>
  </p:cSld>
  <p:clrMapOvr>
    <a:masterClrMapping/>
  </p:clrMapOvr>
  <p:transition spd="med"/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03250" y="537964"/>
            <a:ext cx="10985500" cy="362079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2498" b="1" spc="-125"/>
            </a:lvl1pPr>
            <a:lvl2pPr marL="0" indent="228554" algn="ctr">
              <a:lnSpc>
                <a:spcPct val="80000"/>
              </a:lnSpc>
              <a:spcBef>
                <a:spcPts val="0"/>
              </a:spcBef>
              <a:buSzTx/>
              <a:buNone/>
              <a:defRPr sz="12498" b="1" spc="-125"/>
            </a:lvl2pPr>
            <a:lvl3pPr marL="0" indent="457109" algn="ctr">
              <a:lnSpc>
                <a:spcPct val="80000"/>
              </a:lnSpc>
              <a:spcBef>
                <a:spcPts val="0"/>
              </a:spcBef>
              <a:buSzTx/>
              <a:buNone/>
              <a:defRPr sz="12498" b="1" spc="-125"/>
            </a:lvl3pPr>
            <a:lvl4pPr marL="0" indent="685663" algn="ctr">
              <a:lnSpc>
                <a:spcPct val="80000"/>
              </a:lnSpc>
              <a:spcBef>
                <a:spcPts val="0"/>
              </a:spcBef>
              <a:buSzTx/>
              <a:buNone/>
              <a:defRPr sz="12498" b="1" spc="-125"/>
            </a:lvl4pPr>
            <a:lvl5pPr marL="0" indent="914217" algn="ctr">
              <a:lnSpc>
                <a:spcPct val="80000"/>
              </a:lnSpc>
              <a:spcBef>
                <a:spcPts val="0"/>
              </a:spcBef>
              <a:buSzTx/>
              <a:buNone/>
              <a:defRPr sz="12498" b="1" spc="-125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4131090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387907">
              <a:lnSpc>
                <a:spcPct val="100000"/>
              </a:lnSpc>
              <a:spcBef>
                <a:spcPts val="0"/>
              </a:spcBef>
              <a:buSzTx/>
              <a:buNone/>
              <a:defRPr sz="2584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3237537"/>
      </p:ext>
    </p:extLst>
  </p:cSld>
  <p:clrMapOvr>
    <a:masterClrMapping/>
  </p:clrMapOvr>
  <p:transition spd="med"/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32527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242B325-CB08-3B42-A051-BEAEF6D91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510" y="0"/>
            <a:ext cx="10848325" cy="922593"/>
          </a:xfrm>
          <a:prstGeom prst="rect">
            <a:avLst/>
          </a:prstGeom>
        </p:spPr>
        <p:txBody>
          <a:bodyPr vert="horz" lIns="89038" tIns="45718" rIns="89038" bIns="45718" rtlCol="0" anchor="ctr">
            <a:noAutofit/>
          </a:bodyPr>
          <a:lstStyle>
            <a:lvl1pPr>
              <a:defRPr sz="3199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32C90AA-8705-7345-95D0-28DD519255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3214" y="1133475"/>
            <a:ext cx="10944225" cy="4637088"/>
          </a:xfrm>
          <a:prstGeom prst="rect">
            <a:avLst/>
          </a:prstGeo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C6FC9D-8945-F13F-0851-EB534B8A65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2730" y="6544169"/>
            <a:ext cx="578930" cy="2154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5F0B31-7D2C-8C45-0A8B-961F9A981DFD}"/>
              </a:ext>
            </a:extLst>
          </p:cNvPr>
          <p:cNvSpPr txBox="1"/>
          <p:nvPr userDrawn="1"/>
        </p:nvSpPr>
        <p:spPr>
          <a:xfrm>
            <a:off x="260340" y="6544170"/>
            <a:ext cx="6120580" cy="21544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80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Product Design &amp; Engineering - IBM Consulting / ©2025 IBM Corporation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C9D4BB1-8EF0-469D-DF00-BF20CD18B4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7328" y="6590336"/>
            <a:ext cx="135436" cy="12311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61241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2, stats, 3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F9BA256B-1F5A-D2E2-1EA4-78E599825A4C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Confidential IBM Consulting 2024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E94B6D89-D916-C988-6DAD-D7EF34B4A17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37BA0B8-AF96-4B31-D99A-214976C701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83332" y="288037"/>
            <a:ext cx="5458702" cy="23464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1CF76917-5167-164C-AD62-F14DF14AE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696468"/>
            <a:ext cx="10025806" cy="1013460"/>
          </a:xfrm>
        </p:spPr>
        <p:txBody>
          <a:bodyPr/>
          <a:lstStyle>
            <a:lvl1pPr>
              <a:defRPr b="0" i="0"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A7F2767-B2C9-8525-CCD6-1B0BB4B522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3333" y="2355756"/>
            <a:ext cx="1837799" cy="423863"/>
          </a:xfrm>
        </p:spPr>
        <p:txBody>
          <a:bodyPr/>
          <a:lstStyle>
            <a:lvl1pPr>
              <a:defRPr sz="3198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D53DEF13-506B-7663-738D-23A5F1644E7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83332" y="2867820"/>
            <a:ext cx="3457915" cy="423863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endParaRPr lang="en-US"/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E0EEAD84-00A4-D22A-B3BD-BB0DF6A9BE1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83332" y="3553620"/>
            <a:ext cx="3457915" cy="2335117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0117EB8-A2FE-9B92-08AD-7DDBF5B95CA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25889" y="2355756"/>
            <a:ext cx="1837799" cy="423863"/>
          </a:xfrm>
        </p:spPr>
        <p:txBody>
          <a:bodyPr/>
          <a:lstStyle>
            <a:lvl1pPr>
              <a:defRPr sz="3198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CF083B86-D332-489C-8923-ED9D2F03BC0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325889" y="2867820"/>
            <a:ext cx="3457915" cy="423863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endParaRPr lang="en-US"/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6F240B37-503D-531C-D5DC-42682014D04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325889" y="3553620"/>
            <a:ext cx="3457915" cy="2335117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F4D4A9FD-15A6-1D42-0194-519696C14DD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76007" y="2355756"/>
            <a:ext cx="1837799" cy="423863"/>
          </a:xfrm>
        </p:spPr>
        <p:txBody>
          <a:bodyPr/>
          <a:lstStyle>
            <a:lvl1pPr>
              <a:defRPr sz="3198" b="0" i="0">
                <a:solidFill>
                  <a:srgbClr val="0F62FE"/>
                </a:solidFill>
                <a:latin typeface="IBM Plex Serif Light" panose="02060403050406000203" pitchFamily="18" charset="0"/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1E370734-0E3F-8664-9BBB-CADA245DFE2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476007" y="2867820"/>
            <a:ext cx="3457915" cy="423863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endParaRPr lang="en-US"/>
          </a:p>
        </p:txBody>
      </p:sp>
      <p:sp>
        <p:nvSpPr>
          <p:cNvPr id="44" name="Text Placeholder 35">
            <a:extLst>
              <a:ext uri="{FF2B5EF4-FFF2-40B4-BE49-F238E27FC236}">
                <a16:creationId xmlns:a16="http://schemas.microsoft.com/office/drawing/2014/main" id="{5DC68F40-3ED9-92CA-E9F3-2D35C795590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476007" y="3553620"/>
            <a:ext cx="3457915" cy="2335117"/>
          </a:xfrm>
        </p:spPr>
        <p:txBody>
          <a:bodyPr/>
          <a:lstStyle>
            <a:lvl1pPr>
              <a:defRPr sz="1200" b="0" i="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20482789"/>
      </p:ext>
    </p:extLst>
  </p:cSld>
  <p:clrMapOvr>
    <a:masterClrMapping/>
  </p:clrMapOvr>
  <p:transition spd="med"/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191753" y="6273672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315978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68" y="611"/>
            <a:ext cx="12178064" cy="685678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10" name="Picture">
            <a:extLst>
              <a:ext uri="{FF2B5EF4-FFF2-40B4-BE49-F238E27FC236}">
                <a16:creationId xmlns:a16="http://schemas.microsoft.com/office/drawing/2014/main" id="{AF27D010-9F2C-E24B-9425-1712E90099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2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218791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68" y="609"/>
            <a:ext cx="12178064" cy="6856779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F7EA8AAE-0BDE-7D4C-B52A-496FD9C298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2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134487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1" y="609"/>
            <a:ext cx="12178061" cy="6856779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2F8C8987-724F-6B47-A6B9-8E11DF00B8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2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47670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1" y="612"/>
            <a:ext cx="12178061" cy="685677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7B48B5CA-5BC1-8844-81E1-24543A8F2C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2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983407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596131-38DE-3A44-BE82-CDD2A1709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6462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2022 / © 2022 IBM Corporation</a:t>
            </a:r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2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751238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6EA217-D975-DE4B-A991-B3A7FEFBAC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4916" y="5080"/>
            <a:ext cx="12171208" cy="685292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9FC9FB8B-2D23-D949-963B-B1200DEDE8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2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440568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1" y="612"/>
            <a:ext cx="12178060" cy="685677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14C6F24E-1E96-144E-A44F-8124FE9D9B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2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028985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1" y="609"/>
            <a:ext cx="12178060" cy="6856776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BE20C7ED-E83C-DE49-B49C-6FE6E39CB3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2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636085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41224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68807" indent="0">
              <a:buNone/>
              <a:defRPr/>
            </a:lvl3pPr>
            <a:lvl4pPr marL="579946" indent="0">
              <a:buNone/>
              <a:defRPr/>
            </a:lvl4pPr>
            <a:lvl5pPr marL="84240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68807" indent="0">
              <a:buNone/>
              <a:defRPr/>
            </a:lvl3pPr>
            <a:lvl4pPr marL="579946" indent="0">
              <a:buNone/>
              <a:defRPr/>
            </a:lvl4pPr>
            <a:lvl5pPr marL="84240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168397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36011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730873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3" y="121920"/>
            <a:ext cx="11704229" cy="5872480"/>
          </a:xfrm>
        </p:spPr>
        <p:txBody>
          <a:bodyPr/>
          <a:lstStyle>
            <a:lvl1pPr>
              <a:defRPr sz="128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701643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20" y="268224"/>
            <a:ext cx="7416713" cy="5726176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261140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152375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11" y="1658112"/>
            <a:ext cx="5498501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112584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950784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819909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293122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429178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9" y="268224"/>
            <a:ext cx="5522885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 dirty="0">
              <a:solidFill>
                <a:schemeClr val="tx1"/>
              </a:solidFill>
              <a:latin typeface="IBM Plex Sans Light" panose="020B0503050203000203" pitchFamily="34" charset="0"/>
              <a:cs typeface="IBM Plex Sans Light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591416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784784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405917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767223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6096000" y="313268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39245" y="313270"/>
            <a:ext cx="0" cy="2822545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89818" y="3426884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992537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6096000" cy="3431116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6096000" y="313268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802" y="3422651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89818" y="3422651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41024" y="313270"/>
            <a:ext cx="0" cy="2822545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268056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3048000" cy="3431116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6"/>
            <a:ext cx="3048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3048000" y="3722190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096000" y="3722190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44000" y="3722190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304800" y="3429000"/>
            <a:ext cx="115824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312808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610020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2" y="3429000"/>
            <a:ext cx="3048004" cy="342900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333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333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333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092884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6096000" y="313268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3045025" y="313268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9141025" y="313268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590199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52276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041732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79501"/>
            <a:ext cx="2450592" cy="4336288"/>
          </a:xfrm>
        </p:spPr>
        <p:txBody>
          <a:bodyPr/>
          <a:lstStyle>
            <a:lvl1pPr>
              <a:spcBef>
                <a:spcPts val="400"/>
              </a:spcBef>
              <a:defRPr sz="1867">
                <a:solidFill>
                  <a:schemeClr val="tx1"/>
                </a:solidFill>
              </a:defRPr>
            </a:lvl1pPr>
            <a:lvl2pPr>
              <a:spcBef>
                <a:spcPts val="1467"/>
              </a:spcBef>
              <a:defRPr sz="1867">
                <a:solidFill>
                  <a:schemeClr val="tx1"/>
                </a:solidFill>
              </a:defRPr>
            </a:lvl2pPr>
            <a:lvl3pPr>
              <a:spcBef>
                <a:spcPts val="1467"/>
              </a:spcBef>
              <a:defRPr sz="1867">
                <a:solidFill>
                  <a:schemeClr val="tx1"/>
                </a:solidFill>
              </a:defRPr>
            </a:lvl3pPr>
            <a:lvl4pPr>
              <a:spcBef>
                <a:spcPts val="1467"/>
              </a:spcBef>
              <a:defRPr sz="1867">
                <a:solidFill>
                  <a:schemeClr val="tx1"/>
                </a:solidFill>
              </a:defRPr>
            </a:lvl4pPr>
            <a:lvl5pPr>
              <a:spcBef>
                <a:spcPts val="1467"/>
              </a:spcBef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40029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83512"/>
            <a:ext cx="2450592" cy="4336288"/>
          </a:xfrm>
        </p:spPr>
        <p:txBody>
          <a:bodyPr/>
          <a:lstStyle>
            <a:lvl1pPr>
              <a:spcBef>
                <a:spcPts val="400"/>
              </a:spcBef>
              <a:defRPr sz="1333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1333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1333">
                <a:solidFill>
                  <a:schemeClr val="tx1"/>
                </a:solidFill>
              </a:defRPr>
            </a:lvl3pPr>
            <a:lvl4pPr>
              <a:spcBef>
                <a:spcPts val="400"/>
              </a:spcBef>
              <a:defRPr sz="1333">
                <a:solidFill>
                  <a:schemeClr val="tx1"/>
                </a:solidFill>
              </a:defRPr>
            </a:lvl4pPr>
            <a:lvl5pPr>
              <a:spcBef>
                <a:spcPts val="400"/>
              </a:spcBef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239162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277309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119346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30557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6"/>
            <a:ext cx="5498592" cy="1746504"/>
          </a:xfrm>
        </p:spPr>
        <p:txBody>
          <a:bodyPr/>
          <a:lstStyle>
            <a:lvl1pPr>
              <a:spcBef>
                <a:spcPts val="0"/>
              </a:spcBef>
              <a:defRPr sz="1333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68807" indent="0">
              <a:buNone/>
              <a:defRPr/>
            </a:lvl3pPr>
            <a:lvl4pPr marL="579946" indent="0">
              <a:buNone/>
              <a:defRPr/>
            </a:lvl4pPr>
            <a:lvl5pPr marL="84240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2608" y="4279392"/>
            <a:ext cx="8546592" cy="1743456"/>
          </a:xfrm>
        </p:spPr>
        <p:txBody>
          <a:bodyPr anchor="b"/>
          <a:lstStyle>
            <a:lvl1pPr>
              <a:spcBef>
                <a:spcPts val="400"/>
              </a:spcBef>
              <a:defRPr sz="800">
                <a:solidFill>
                  <a:schemeClr val="tx1"/>
                </a:solidFill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511625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30931" y="3083847"/>
            <a:ext cx="1730141" cy="6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90793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30932" y="3083847"/>
            <a:ext cx="1730139" cy="6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875090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30931" y="3083848"/>
            <a:ext cx="1730141" cy="69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110093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Green one third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4231333"/>
              </p:ext>
            </p:ext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2" y="2"/>
            <a:ext cx="158751" cy="158751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H="1">
            <a:off x="3671071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30002" y="2681104"/>
            <a:ext cx="3127881" cy="149579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4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3" y="3922497"/>
            <a:ext cx="5133975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2022 by Boston Consulting Group. All rights reserved.</a:t>
            </a:r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1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40333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79.xml"/><Relationship Id="rId21" Type="http://schemas.openxmlformats.org/officeDocument/2006/relationships/slideLayout" Target="../slideLayouts/slideLayout74.xml"/><Relationship Id="rId42" Type="http://schemas.openxmlformats.org/officeDocument/2006/relationships/slideLayout" Target="../slideLayouts/slideLayout95.xml"/><Relationship Id="rId47" Type="http://schemas.openxmlformats.org/officeDocument/2006/relationships/slideLayout" Target="../slideLayouts/slideLayout100.xml"/><Relationship Id="rId63" Type="http://schemas.openxmlformats.org/officeDocument/2006/relationships/slideLayout" Target="../slideLayouts/slideLayout116.xml"/><Relationship Id="rId68" Type="http://schemas.openxmlformats.org/officeDocument/2006/relationships/slideLayout" Target="../slideLayouts/slideLayout121.xml"/><Relationship Id="rId7" Type="http://schemas.openxmlformats.org/officeDocument/2006/relationships/slideLayout" Target="../slideLayouts/slideLayout60.xml"/><Relationship Id="rId71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29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85.xml"/><Relationship Id="rId37" Type="http://schemas.openxmlformats.org/officeDocument/2006/relationships/slideLayout" Target="../slideLayouts/slideLayout90.xml"/><Relationship Id="rId40" Type="http://schemas.openxmlformats.org/officeDocument/2006/relationships/slideLayout" Target="../slideLayouts/slideLayout93.xml"/><Relationship Id="rId45" Type="http://schemas.openxmlformats.org/officeDocument/2006/relationships/slideLayout" Target="../slideLayouts/slideLayout98.xml"/><Relationship Id="rId53" Type="http://schemas.openxmlformats.org/officeDocument/2006/relationships/slideLayout" Target="../slideLayouts/slideLayout106.xml"/><Relationship Id="rId58" Type="http://schemas.openxmlformats.org/officeDocument/2006/relationships/slideLayout" Target="../slideLayouts/slideLayout111.xml"/><Relationship Id="rId66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58.xml"/><Relationship Id="rId61" Type="http://schemas.openxmlformats.org/officeDocument/2006/relationships/slideLayout" Target="../slideLayouts/slideLayout114.xml"/><Relationship Id="rId19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75.xml"/><Relationship Id="rId27" Type="http://schemas.openxmlformats.org/officeDocument/2006/relationships/slideLayout" Target="../slideLayouts/slideLayout80.xml"/><Relationship Id="rId30" Type="http://schemas.openxmlformats.org/officeDocument/2006/relationships/slideLayout" Target="../slideLayouts/slideLayout83.xml"/><Relationship Id="rId35" Type="http://schemas.openxmlformats.org/officeDocument/2006/relationships/slideLayout" Target="../slideLayouts/slideLayout88.xml"/><Relationship Id="rId43" Type="http://schemas.openxmlformats.org/officeDocument/2006/relationships/slideLayout" Target="../slideLayouts/slideLayout96.xml"/><Relationship Id="rId48" Type="http://schemas.openxmlformats.org/officeDocument/2006/relationships/slideLayout" Target="../slideLayouts/slideLayout101.xml"/><Relationship Id="rId56" Type="http://schemas.openxmlformats.org/officeDocument/2006/relationships/slideLayout" Target="../slideLayouts/slideLayout109.xml"/><Relationship Id="rId64" Type="http://schemas.openxmlformats.org/officeDocument/2006/relationships/slideLayout" Target="../slideLayouts/slideLayout117.xml"/><Relationship Id="rId69" Type="http://schemas.openxmlformats.org/officeDocument/2006/relationships/slideLayout" Target="../slideLayouts/slideLayout122.xml"/><Relationship Id="rId8" Type="http://schemas.openxmlformats.org/officeDocument/2006/relationships/slideLayout" Target="../slideLayouts/slideLayout61.xml"/><Relationship Id="rId51" Type="http://schemas.openxmlformats.org/officeDocument/2006/relationships/slideLayout" Target="../slideLayouts/slideLayout104.xml"/><Relationship Id="rId72" Type="http://schemas.openxmlformats.org/officeDocument/2006/relationships/theme" Target="../theme/theme2.xml"/><Relationship Id="rId3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5" Type="http://schemas.openxmlformats.org/officeDocument/2006/relationships/slideLayout" Target="../slideLayouts/slideLayout78.xml"/><Relationship Id="rId33" Type="http://schemas.openxmlformats.org/officeDocument/2006/relationships/slideLayout" Target="../slideLayouts/slideLayout86.xml"/><Relationship Id="rId38" Type="http://schemas.openxmlformats.org/officeDocument/2006/relationships/slideLayout" Target="../slideLayouts/slideLayout91.xml"/><Relationship Id="rId46" Type="http://schemas.openxmlformats.org/officeDocument/2006/relationships/slideLayout" Target="../slideLayouts/slideLayout99.xml"/><Relationship Id="rId59" Type="http://schemas.openxmlformats.org/officeDocument/2006/relationships/slideLayout" Target="../slideLayouts/slideLayout112.xml"/><Relationship Id="rId67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3.xml"/><Relationship Id="rId41" Type="http://schemas.openxmlformats.org/officeDocument/2006/relationships/slideLayout" Target="../slideLayouts/slideLayout94.xml"/><Relationship Id="rId54" Type="http://schemas.openxmlformats.org/officeDocument/2006/relationships/slideLayout" Target="../slideLayouts/slideLayout107.xml"/><Relationship Id="rId62" Type="http://schemas.openxmlformats.org/officeDocument/2006/relationships/slideLayout" Target="../slideLayouts/slideLayout115.xml"/><Relationship Id="rId70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76.xml"/><Relationship Id="rId28" Type="http://schemas.openxmlformats.org/officeDocument/2006/relationships/slideLayout" Target="../slideLayouts/slideLayout81.xml"/><Relationship Id="rId36" Type="http://schemas.openxmlformats.org/officeDocument/2006/relationships/slideLayout" Target="../slideLayouts/slideLayout89.xml"/><Relationship Id="rId49" Type="http://schemas.openxmlformats.org/officeDocument/2006/relationships/slideLayout" Target="../slideLayouts/slideLayout102.xml"/><Relationship Id="rId57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84.xml"/><Relationship Id="rId44" Type="http://schemas.openxmlformats.org/officeDocument/2006/relationships/slideLayout" Target="../slideLayouts/slideLayout97.xml"/><Relationship Id="rId52" Type="http://schemas.openxmlformats.org/officeDocument/2006/relationships/slideLayout" Target="../slideLayouts/slideLayout105.xml"/><Relationship Id="rId60" Type="http://schemas.openxmlformats.org/officeDocument/2006/relationships/slideLayout" Target="../slideLayouts/slideLayout113.xml"/><Relationship Id="rId65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71.xml"/><Relationship Id="rId39" Type="http://schemas.openxmlformats.org/officeDocument/2006/relationships/slideLayout" Target="../slideLayouts/slideLayout92.xml"/><Relationship Id="rId34" Type="http://schemas.openxmlformats.org/officeDocument/2006/relationships/slideLayout" Target="../slideLayouts/slideLayout87.xml"/><Relationship Id="rId50" Type="http://schemas.openxmlformats.org/officeDocument/2006/relationships/slideLayout" Target="../slideLayouts/slideLayout103.xml"/><Relationship Id="rId55" Type="http://schemas.openxmlformats.org/officeDocument/2006/relationships/slideLayout" Target="../slideLayouts/slideLayout108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7.xml"/><Relationship Id="rId18" Type="http://schemas.openxmlformats.org/officeDocument/2006/relationships/slideLayout" Target="../slideLayouts/slideLayout142.xml"/><Relationship Id="rId26" Type="http://schemas.openxmlformats.org/officeDocument/2006/relationships/slideLayout" Target="../slideLayouts/slideLayout150.xml"/><Relationship Id="rId39" Type="http://schemas.openxmlformats.org/officeDocument/2006/relationships/slideLayout" Target="../slideLayouts/slideLayout163.xml"/><Relationship Id="rId21" Type="http://schemas.openxmlformats.org/officeDocument/2006/relationships/slideLayout" Target="../slideLayouts/slideLayout145.xml"/><Relationship Id="rId34" Type="http://schemas.openxmlformats.org/officeDocument/2006/relationships/slideLayout" Target="../slideLayouts/slideLayout158.xml"/><Relationship Id="rId42" Type="http://schemas.openxmlformats.org/officeDocument/2006/relationships/slideLayout" Target="../slideLayouts/slideLayout166.xml"/><Relationship Id="rId47" Type="http://schemas.openxmlformats.org/officeDocument/2006/relationships/slideLayout" Target="../slideLayouts/slideLayout171.xml"/><Relationship Id="rId50" Type="http://schemas.openxmlformats.org/officeDocument/2006/relationships/slideLayout" Target="../slideLayouts/slideLayout174.xml"/><Relationship Id="rId7" Type="http://schemas.openxmlformats.org/officeDocument/2006/relationships/slideLayout" Target="../slideLayouts/slideLayout131.xml"/><Relationship Id="rId2" Type="http://schemas.openxmlformats.org/officeDocument/2006/relationships/slideLayout" Target="../slideLayouts/slideLayout126.xml"/><Relationship Id="rId16" Type="http://schemas.openxmlformats.org/officeDocument/2006/relationships/slideLayout" Target="../slideLayouts/slideLayout140.xml"/><Relationship Id="rId29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35.xml"/><Relationship Id="rId24" Type="http://schemas.openxmlformats.org/officeDocument/2006/relationships/slideLayout" Target="../slideLayouts/slideLayout148.xml"/><Relationship Id="rId32" Type="http://schemas.openxmlformats.org/officeDocument/2006/relationships/slideLayout" Target="../slideLayouts/slideLayout156.xml"/><Relationship Id="rId37" Type="http://schemas.openxmlformats.org/officeDocument/2006/relationships/slideLayout" Target="../slideLayouts/slideLayout161.xml"/><Relationship Id="rId40" Type="http://schemas.openxmlformats.org/officeDocument/2006/relationships/slideLayout" Target="../slideLayouts/slideLayout164.xml"/><Relationship Id="rId45" Type="http://schemas.openxmlformats.org/officeDocument/2006/relationships/slideLayout" Target="../slideLayouts/slideLayout169.xml"/><Relationship Id="rId53" Type="http://schemas.openxmlformats.org/officeDocument/2006/relationships/slideLayout" Target="../slideLayouts/slideLayout177.xml"/><Relationship Id="rId5" Type="http://schemas.openxmlformats.org/officeDocument/2006/relationships/slideLayout" Target="../slideLayouts/slideLayout129.xml"/><Relationship Id="rId10" Type="http://schemas.openxmlformats.org/officeDocument/2006/relationships/slideLayout" Target="../slideLayouts/slideLayout134.xml"/><Relationship Id="rId19" Type="http://schemas.openxmlformats.org/officeDocument/2006/relationships/slideLayout" Target="../slideLayouts/slideLayout143.xml"/><Relationship Id="rId31" Type="http://schemas.openxmlformats.org/officeDocument/2006/relationships/slideLayout" Target="../slideLayouts/slideLayout155.xml"/><Relationship Id="rId44" Type="http://schemas.openxmlformats.org/officeDocument/2006/relationships/slideLayout" Target="../slideLayouts/slideLayout168.xml"/><Relationship Id="rId52" Type="http://schemas.openxmlformats.org/officeDocument/2006/relationships/slideLayout" Target="../slideLayouts/slideLayout176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14" Type="http://schemas.openxmlformats.org/officeDocument/2006/relationships/slideLayout" Target="../slideLayouts/slideLayout138.xml"/><Relationship Id="rId22" Type="http://schemas.openxmlformats.org/officeDocument/2006/relationships/slideLayout" Target="../slideLayouts/slideLayout146.xml"/><Relationship Id="rId27" Type="http://schemas.openxmlformats.org/officeDocument/2006/relationships/slideLayout" Target="../slideLayouts/slideLayout151.xml"/><Relationship Id="rId30" Type="http://schemas.openxmlformats.org/officeDocument/2006/relationships/slideLayout" Target="../slideLayouts/slideLayout154.xml"/><Relationship Id="rId35" Type="http://schemas.openxmlformats.org/officeDocument/2006/relationships/slideLayout" Target="../slideLayouts/slideLayout159.xml"/><Relationship Id="rId43" Type="http://schemas.openxmlformats.org/officeDocument/2006/relationships/slideLayout" Target="../slideLayouts/slideLayout167.xml"/><Relationship Id="rId48" Type="http://schemas.openxmlformats.org/officeDocument/2006/relationships/slideLayout" Target="../slideLayouts/slideLayout172.xml"/><Relationship Id="rId8" Type="http://schemas.openxmlformats.org/officeDocument/2006/relationships/slideLayout" Target="../slideLayouts/slideLayout132.xml"/><Relationship Id="rId51" Type="http://schemas.openxmlformats.org/officeDocument/2006/relationships/slideLayout" Target="../slideLayouts/slideLayout175.xml"/><Relationship Id="rId3" Type="http://schemas.openxmlformats.org/officeDocument/2006/relationships/slideLayout" Target="../slideLayouts/slideLayout127.xml"/><Relationship Id="rId12" Type="http://schemas.openxmlformats.org/officeDocument/2006/relationships/slideLayout" Target="../slideLayouts/slideLayout136.xml"/><Relationship Id="rId17" Type="http://schemas.openxmlformats.org/officeDocument/2006/relationships/slideLayout" Target="../slideLayouts/slideLayout141.xml"/><Relationship Id="rId25" Type="http://schemas.openxmlformats.org/officeDocument/2006/relationships/slideLayout" Target="../slideLayouts/slideLayout149.xml"/><Relationship Id="rId33" Type="http://schemas.openxmlformats.org/officeDocument/2006/relationships/slideLayout" Target="../slideLayouts/slideLayout157.xml"/><Relationship Id="rId38" Type="http://schemas.openxmlformats.org/officeDocument/2006/relationships/slideLayout" Target="../slideLayouts/slideLayout162.xml"/><Relationship Id="rId46" Type="http://schemas.openxmlformats.org/officeDocument/2006/relationships/slideLayout" Target="../slideLayouts/slideLayout170.xml"/><Relationship Id="rId2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65.xml"/><Relationship Id="rId54" Type="http://schemas.openxmlformats.org/officeDocument/2006/relationships/theme" Target="../theme/theme3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5" Type="http://schemas.openxmlformats.org/officeDocument/2006/relationships/slideLayout" Target="../slideLayouts/slideLayout139.xml"/><Relationship Id="rId23" Type="http://schemas.openxmlformats.org/officeDocument/2006/relationships/slideLayout" Target="../slideLayouts/slideLayout147.xml"/><Relationship Id="rId28" Type="http://schemas.openxmlformats.org/officeDocument/2006/relationships/slideLayout" Target="../slideLayouts/slideLayout152.xml"/><Relationship Id="rId36" Type="http://schemas.openxmlformats.org/officeDocument/2006/relationships/slideLayout" Target="../slideLayouts/slideLayout160.xml"/><Relationship Id="rId49" Type="http://schemas.openxmlformats.org/officeDocument/2006/relationships/slideLayout" Target="../slideLayouts/slideLayout17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90.xml"/><Relationship Id="rId18" Type="http://schemas.openxmlformats.org/officeDocument/2006/relationships/slideLayout" Target="../slideLayouts/slideLayout195.xml"/><Relationship Id="rId26" Type="http://schemas.openxmlformats.org/officeDocument/2006/relationships/slideLayout" Target="../slideLayouts/slideLayout203.xml"/><Relationship Id="rId39" Type="http://schemas.openxmlformats.org/officeDocument/2006/relationships/slideLayout" Target="../slideLayouts/slideLayout216.xml"/><Relationship Id="rId21" Type="http://schemas.openxmlformats.org/officeDocument/2006/relationships/slideLayout" Target="../slideLayouts/slideLayout198.xml"/><Relationship Id="rId34" Type="http://schemas.openxmlformats.org/officeDocument/2006/relationships/slideLayout" Target="../slideLayouts/slideLayout211.xml"/><Relationship Id="rId42" Type="http://schemas.openxmlformats.org/officeDocument/2006/relationships/slideLayout" Target="../slideLayouts/slideLayout219.xml"/><Relationship Id="rId47" Type="http://schemas.openxmlformats.org/officeDocument/2006/relationships/slideLayout" Target="../slideLayouts/slideLayout224.xml"/><Relationship Id="rId50" Type="http://schemas.openxmlformats.org/officeDocument/2006/relationships/slideLayout" Target="../slideLayouts/slideLayout227.xml"/><Relationship Id="rId7" Type="http://schemas.openxmlformats.org/officeDocument/2006/relationships/slideLayout" Target="../slideLayouts/slideLayout184.xml"/><Relationship Id="rId2" Type="http://schemas.openxmlformats.org/officeDocument/2006/relationships/slideLayout" Target="../slideLayouts/slideLayout179.xml"/><Relationship Id="rId16" Type="http://schemas.openxmlformats.org/officeDocument/2006/relationships/slideLayout" Target="../slideLayouts/slideLayout193.xml"/><Relationship Id="rId29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188.xml"/><Relationship Id="rId24" Type="http://schemas.openxmlformats.org/officeDocument/2006/relationships/slideLayout" Target="../slideLayouts/slideLayout201.xml"/><Relationship Id="rId32" Type="http://schemas.openxmlformats.org/officeDocument/2006/relationships/slideLayout" Target="../slideLayouts/slideLayout209.xml"/><Relationship Id="rId37" Type="http://schemas.openxmlformats.org/officeDocument/2006/relationships/slideLayout" Target="../slideLayouts/slideLayout214.xml"/><Relationship Id="rId40" Type="http://schemas.openxmlformats.org/officeDocument/2006/relationships/slideLayout" Target="../slideLayouts/slideLayout217.xml"/><Relationship Id="rId45" Type="http://schemas.openxmlformats.org/officeDocument/2006/relationships/slideLayout" Target="../slideLayouts/slideLayout222.xml"/><Relationship Id="rId53" Type="http://schemas.openxmlformats.org/officeDocument/2006/relationships/slideLayout" Target="../slideLayouts/slideLayout230.xml"/><Relationship Id="rId5" Type="http://schemas.openxmlformats.org/officeDocument/2006/relationships/slideLayout" Target="../slideLayouts/slideLayout182.xml"/><Relationship Id="rId10" Type="http://schemas.openxmlformats.org/officeDocument/2006/relationships/slideLayout" Target="../slideLayouts/slideLayout187.xml"/><Relationship Id="rId19" Type="http://schemas.openxmlformats.org/officeDocument/2006/relationships/slideLayout" Target="../slideLayouts/slideLayout196.xml"/><Relationship Id="rId31" Type="http://schemas.openxmlformats.org/officeDocument/2006/relationships/slideLayout" Target="../slideLayouts/slideLayout208.xml"/><Relationship Id="rId44" Type="http://schemas.openxmlformats.org/officeDocument/2006/relationships/slideLayout" Target="../slideLayouts/slideLayout221.xml"/><Relationship Id="rId52" Type="http://schemas.openxmlformats.org/officeDocument/2006/relationships/slideLayout" Target="../slideLayouts/slideLayout229.xml"/><Relationship Id="rId4" Type="http://schemas.openxmlformats.org/officeDocument/2006/relationships/slideLayout" Target="../slideLayouts/slideLayout181.xml"/><Relationship Id="rId9" Type="http://schemas.openxmlformats.org/officeDocument/2006/relationships/slideLayout" Target="../slideLayouts/slideLayout186.xml"/><Relationship Id="rId14" Type="http://schemas.openxmlformats.org/officeDocument/2006/relationships/slideLayout" Target="../slideLayouts/slideLayout191.xml"/><Relationship Id="rId22" Type="http://schemas.openxmlformats.org/officeDocument/2006/relationships/slideLayout" Target="../slideLayouts/slideLayout199.xml"/><Relationship Id="rId27" Type="http://schemas.openxmlformats.org/officeDocument/2006/relationships/slideLayout" Target="../slideLayouts/slideLayout204.xml"/><Relationship Id="rId30" Type="http://schemas.openxmlformats.org/officeDocument/2006/relationships/slideLayout" Target="../slideLayouts/slideLayout207.xml"/><Relationship Id="rId35" Type="http://schemas.openxmlformats.org/officeDocument/2006/relationships/slideLayout" Target="../slideLayouts/slideLayout212.xml"/><Relationship Id="rId43" Type="http://schemas.openxmlformats.org/officeDocument/2006/relationships/slideLayout" Target="../slideLayouts/slideLayout220.xml"/><Relationship Id="rId48" Type="http://schemas.openxmlformats.org/officeDocument/2006/relationships/slideLayout" Target="../slideLayouts/slideLayout225.xml"/><Relationship Id="rId8" Type="http://schemas.openxmlformats.org/officeDocument/2006/relationships/slideLayout" Target="../slideLayouts/slideLayout185.xml"/><Relationship Id="rId51" Type="http://schemas.openxmlformats.org/officeDocument/2006/relationships/slideLayout" Target="../slideLayouts/slideLayout228.xml"/><Relationship Id="rId3" Type="http://schemas.openxmlformats.org/officeDocument/2006/relationships/slideLayout" Target="../slideLayouts/slideLayout180.xml"/><Relationship Id="rId12" Type="http://schemas.openxmlformats.org/officeDocument/2006/relationships/slideLayout" Target="../slideLayouts/slideLayout189.xml"/><Relationship Id="rId17" Type="http://schemas.openxmlformats.org/officeDocument/2006/relationships/slideLayout" Target="../slideLayouts/slideLayout194.xml"/><Relationship Id="rId25" Type="http://schemas.openxmlformats.org/officeDocument/2006/relationships/slideLayout" Target="../slideLayouts/slideLayout202.xml"/><Relationship Id="rId33" Type="http://schemas.openxmlformats.org/officeDocument/2006/relationships/slideLayout" Target="../slideLayouts/slideLayout210.xml"/><Relationship Id="rId38" Type="http://schemas.openxmlformats.org/officeDocument/2006/relationships/slideLayout" Target="../slideLayouts/slideLayout215.xml"/><Relationship Id="rId46" Type="http://schemas.openxmlformats.org/officeDocument/2006/relationships/slideLayout" Target="../slideLayouts/slideLayout223.xml"/><Relationship Id="rId20" Type="http://schemas.openxmlformats.org/officeDocument/2006/relationships/slideLayout" Target="../slideLayouts/slideLayout197.xml"/><Relationship Id="rId41" Type="http://schemas.openxmlformats.org/officeDocument/2006/relationships/slideLayout" Target="../slideLayouts/slideLayout218.xml"/><Relationship Id="rId54" Type="http://schemas.openxmlformats.org/officeDocument/2006/relationships/theme" Target="../theme/theme4.xml"/><Relationship Id="rId1" Type="http://schemas.openxmlformats.org/officeDocument/2006/relationships/slideLayout" Target="../slideLayouts/slideLayout178.xml"/><Relationship Id="rId6" Type="http://schemas.openxmlformats.org/officeDocument/2006/relationships/slideLayout" Target="../slideLayouts/slideLayout183.xml"/><Relationship Id="rId15" Type="http://schemas.openxmlformats.org/officeDocument/2006/relationships/slideLayout" Target="../slideLayouts/slideLayout192.xml"/><Relationship Id="rId23" Type="http://schemas.openxmlformats.org/officeDocument/2006/relationships/slideLayout" Target="../slideLayouts/slideLayout200.xml"/><Relationship Id="rId28" Type="http://schemas.openxmlformats.org/officeDocument/2006/relationships/slideLayout" Target="../slideLayouts/slideLayout205.xml"/><Relationship Id="rId36" Type="http://schemas.openxmlformats.org/officeDocument/2006/relationships/slideLayout" Target="../slideLayouts/slideLayout213.xml"/><Relationship Id="rId49" Type="http://schemas.openxmlformats.org/officeDocument/2006/relationships/slideLayout" Target="../slideLayouts/slideLayout226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3.xml"/><Relationship Id="rId18" Type="http://schemas.openxmlformats.org/officeDocument/2006/relationships/slideLayout" Target="../slideLayouts/slideLayout248.xml"/><Relationship Id="rId26" Type="http://schemas.openxmlformats.org/officeDocument/2006/relationships/slideLayout" Target="../slideLayouts/slideLayout256.xml"/><Relationship Id="rId39" Type="http://schemas.openxmlformats.org/officeDocument/2006/relationships/slideLayout" Target="../slideLayouts/slideLayout269.xml"/><Relationship Id="rId21" Type="http://schemas.openxmlformats.org/officeDocument/2006/relationships/slideLayout" Target="../slideLayouts/slideLayout251.xml"/><Relationship Id="rId34" Type="http://schemas.openxmlformats.org/officeDocument/2006/relationships/slideLayout" Target="../slideLayouts/slideLayout264.xml"/><Relationship Id="rId42" Type="http://schemas.openxmlformats.org/officeDocument/2006/relationships/slideLayout" Target="../slideLayouts/slideLayout272.xml"/><Relationship Id="rId7" Type="http://schemas.openxmlformats.org/officeDocument/2006/relationships/slideLayout" Target="../slideLayouts/slideLayout237.xml"/><Relationship Id="rId2" Type="http://schemas.openxmlformats.org/officeDocument/2006/relationships/slideLayout" Target="../slideLayouts/slideLayout232.xml"/><Relationship Id="rId16" Type="http://schemas.openxmlformats.org/officeDocument/2006/relationships/slideLayout" Target="../slideLayouts/slideLayout246.xml"/><Relationship Id="rId20" Type="http://schemas.openxmlformats.org/officeDocument/2006/relationships/slideLayout" Target="../slideLayouts/slideLayout250.xml"/><Relationship Id="rId29" Type="http://schemas.openxmlformats.org/officeDocument/2006/relationships/slideLayout" Target="../slideLayouts/slideLayout259.xml"/><Relationship Id="rId41" Type="http://schemas.openxmlformats.org/officeDocument/2006/relationships/slideLayout" Target="../slideLayouts/slideLayout271.xml"/><Relationship Id="rId1" Type="http://schemas.openxmlformats.org/officeDocument/2006/relationships/slideLayout" Target="../slideLayouts/slideLayout231.xml"/><Relationship Id="rId6" Type="http://schemas.openxmlformats.org/officeDocument/2006/relationships/slideLayout" Target="../slideLayouts/slideLayout236.xml"/><Relationship Id="rId11" Type="http://schemas.openxmlformats.org/officeDocument/2006/relationships/slideLayout" Target="../slideLayouts/slideLayout241.xml"/><Relationship Id="rId24" Type="http://schemas.openxmlformats.org/officeDocument/2006/relationships/slideLayout" Target="../slideLayouts/slideLayout254.xml"/><Relationship Id="rId32" Type="http://schemas.openxmlformats.org/officeDocument/2006/relationships/slideLayout" Target="../slideLayouts/slideLayout262.xml"/><Relationship Id="rId37" Type="http://schemas.openxmlformats.org/officeDocument/2006/relationships/slideLayout" Target="../slideLayouts/slideLayout267.xml"/><Relationship Id="rId40" Type="http://schemas.openxmlformats.org/officeDocument/2006/relationships/slideLayout" Target="../slideLayouts/slideLayout270.xml"/><Relationship Id="rId5" Type="http://schemas.openxmlformats.org/officeDocument/2006/relationships/slideLayout" Target="../slideLayouts/slideLayout235.xml"/><Relationship Id="rId15" Type="http://schemas.openxmlformats.org/officeDocument/2006/relationships/slideLayout" Target="../slideLayouts/slideLayout245.xml"/><Relationship Id="rId23" Type="http://schemas.openxmlformats.org/officeDocument/2006/relationships/slideLayout" Target="../slideLayouts/slideLayout253.xml"/><Relationship Id="rId28" Type="http://schemas.openxmlformats.org/officeDocument/2006/relationships/slideLayout" Target="../slideLayouts/slideLayout258.xml"/><Relationship Id="rId36" Type="http://schemas.openxmlformats.org/officeDocument/2006/relationships/slideLayout" Target="../slideLayouts/slideLayout266.xml"/><Relationship Id="rId10" Type="http://schemas.openxmlformats.org/officeDocument/2006/relationships/slideLayout" Target="../slideLayouts/slideLayout240.xml"/><Relationship Id="rId19" Type="http://schemas.openxmlformats.org/officeDocument/2006/relationships/slideLayout" Target="../slideLayouts/slideLayout249.xml"/><Relationship Id="rId31" Type="http://schemas.openxmlformats.org/officeDocument/2006/relationships/slideLayout" Target="../slideLayouts/slideLayout261.xml"/><Relationship Id="rId44" Type="http://schemas.openxmlformats.org/officeDocument/2006/relationships/theme" Target="../theme/theme5.xml"/><Relationship Id="rId4" Type="http://schemas.openxmlformats.org/officeDocument/2006/relationships/slideLayout" Target="../slideLayouts/slideLayout234.xml"/><Relationship Id="rId9" Type="http://schemas.openxmlformats.org/officeDocument/2006/relationships/slideLayout" Target="../slideLayouts/slideLayout239.xml"/><Relationship Id="rId14" Type="http://schemas.openxmlformats.org/officeDocument/2006/relationships/slideLayout" Target="../slideLayouts/slideLayout244.xml"/><Relationship Id="rId22" Type="http://schemas.openxmlformats.org/officeDocument/2006/relationships/slideLayout" Target="../slideLayouts/slideLayout252.xml"/><Relationship Id="rId27" Type="http://schemas.openxmlformats.org/officeDocument/2006/relationships/slideLayout" Target="../slideLayouts/slideLayout257.xml"/><Relationship Id="rId30" Type="http://schemas.openxmlformats.org/officeDocument/2006/relationships/slideLayout" Target="../slideLayouts/slideLayout260.xml"/><Relationship Id="rId35" Type="http://schemas.openxmlformats.org/officeDocument/2006/relationships/slideLayout" Target="../slideLayouts/slideLayout265.xml"/><Relationship Id="rId43" Type="http://schemas.openxmlformats.org/officeDocument/2006/relationships/slideLayout" Target="../slideLayouts/slideLayout273.xml"/><Relationship Id="rId8" Type="http://schemas.openxmlformats.org/officeDocument/2006/relationships/slideLayout" Target="../slideLayouts/slideLayout238.xml"/><Relationship Id="rId3" Type="http://schemas.openxmlformats.org/officeDocument/2006/relationships/slideLayout" Target="../slideLayouts/slideLayout233.xml"/><Relationship Id="rId12" Type="http://schemas.openxmlformats.org/officeDocument/2006/relationships/slideLayout" Target="../slideLayouts/slideLayout242.xml"/><Relationship Id="rId17" Type="http://schemas.openxmlformats.org/officeDocument/2006/relationships/slideLayout" Target="../slideLayouts/slideLayout247.xml"/><Relationship Id="rId25" Type="http://schemas.openxmlformats.org/officeDocument/2006/relationships/slideLayout" Target="../slideLayouts/slideLayout255.xml"/><Relationship Id="rId33" Type="http://schemas.openxmlformats.org/officeDocument/2006/relationships/slideLayout" Target="../slideLayouts/slideLayout263.xml"/><Relationship Id="rId38" Type="http://schemas.openxmlformats.org/officeDocument/2006/relationships/slideLayout" Target="../slideLayouts/slideLayout2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69508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7"/>
            <a:ext cx="1129359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700"/>
            <a:ext cx="11293592" cy="4334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4126" y="6402118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692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</p:sldLayoutIdLst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hf hdr="0" ftr="0" dt="0"/>
  <p:txStyles>
    <p:titleStyle>
      <a:lvl1pPr marL="0" marR="0" indent="0" algn="l" defTabSz="12187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8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12187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7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7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7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12" algn="l" defTabSz="12187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425" algn="l" defTabSz="12187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635" algn="l" defTabSz="12187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848" algn="l" defTabSz="12187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7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64526" marR="0" indent="-164526" algn="l" defTabSz="12187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329052" marR="0" indent="-164526" algn="l" defTabSz="12187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493578" marR="0" indent="-164526" algn="l" defTabSz="12187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571272" marR="0" indent="-228508" algn="l" defTabSz="1218712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162" marR="0" indent="-194427" algn="l" defTabSz="1218712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374" marR="0" indent="-194427" algn="l" defTabSz="1218712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586" marR="0" indent="-194427" algn="l" defTabSz="1218712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4798" marR="0" indent="-194427" algn="l" defTabSz="1218712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2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27" algn="r" defTabSz="9142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853" algn="r" defTabSz="9142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281" algn="r" defTabSz="9142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708" algn="r" defTabSz="9142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136" algn="r" defTabSz="9142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562" algn="r" defTabSz="9142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199990" algn="r" defTabSz="9142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417" algn="r" defTabSz="9142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69507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1129359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700"/>
            <a:ext cx="11293592" cy="4334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EBF3C6-CE63-BF89-A035-2C51512895DB}"/>
              </a:ext>
            </a:extLst>
          </p:cNvPr>
          <p:cNvSpPr txBox="1"/>
          <p:nvPr userDrawn="1"/>
        </p:nvSpPr>
        <p:spPr>
          <a:xfrm>
            <a:off x="-797338" y="-552893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algn="l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D6AAC1-90B4-B95E-B661-5FCBDC7CC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3427" y="6400800"/>
            <a:ext cx="2477701" cy="1920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Confidential IBM Consulting 202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944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35" r:id="rId21"/>
    <p:sldLayoutId id="2147483736" r:id="rId22"/>
    <p:sldLayoutId id="2147483737" r:id="rId23"/>
    <p:sldLayoutId id="2147483738" r:id="rId24"/>
    <p:sldLayoutId id="2147483739" r:id="rId25"/>
    <p:sldLayoutId id="2147483740" r:id="rId26"/>
    <p:sldLayoutId id="2147483741" r:id="rId27"/>
    <p:sldLayoutId id="2147483742" r:id="rId28"/>
    <p:sldLayoutId id="2147483743" r:id="rId29"/>
    <p:sldLayoutId id="2147483744" r:id="rId30"/>
    <p:sldLayoutId id="2147483745" r:id="rId31"/>
    <p:sldLayoutId id="2147483746" r:id="rId32"/>
    <p:sldLayoutId id="2147483747" r:id="rId33"/>
    <p:sldLayoutId id="2147483748" r:id="rId34"/>
    <p:sldLayoutId id="2147483749" r:id="rId35"/>
    <p:sldLayoutId id="2147483750" r:id="rId36"/>
    <p:sldLayoutId id="2147483751" r:id="rId37"/>
    <p:sldLayoutId id="2147483752" r:id="rId38"/>
    <p:sldLayoutId id="2147483753" r:id="rId39"/>
    <p:sldLayoutId id="2147483754" r:id="rId40"/>
    <p:sldLayoutId id="2147483755" r:id="rId41"/>
    <p:sldLayoutId id="2147483756" r:id="rId42"/>
    <p:sldLayoutId id="2147483757" r:id="rId43"/>
    <p:sldLayoutId id="2147483758" r:id="rId44"/>
    <p:sldLayoutId id="2147483759" r:id="rId45"/>
    <p:sldLayoutId id="2147483760" r:id="rId46"/>
    <p:sldLayoutId id="2147483761" r:id="rId47"/>
    <p:sldLayoutId id="2147483762" r:id="rId48"/>
    <p:sldLayoutId id="2147483763" r:id="rId49"/>
    <p:sldLayoutId id="2147483764" r:id="rId50"/>
    <p:sldLayoutId id="2147483765" r:id="rId51"/>
    <p:sldLayoutId id="2147483766" r:id="rId52"/>
    <p:sldLayoutId id="2147483767" r:id="rId53"/>
    <p:sldLayoutId id="2147483768" r:id="rId54"/>
    <p:sldLayoutId id="2147483769" r:id="rId55"/>
    <p:sldLayoutId id="2147483770" r:id="rId56"/>
    <p:sldLayoutId id="2147483771" r:id="rId57"/>
    <p:sldLayoutId id="2147483772" r:id="rId58"/>
    <p:sldLayoutId id="2147483773" r:id="rId59"/>
    <p:sldLayoutId id="2147483774" r:id="rId60"/>
    <p:sldLayoutId id="2147483775" r:id="rId61"/>
    <p:sldLayoutId id="2147483776" r:id="rId62"/>
    <p:sldLayoutId id="2147483777" r:id="rId63"/>
    <p:sldLayoutId id="2147483778" r:id="rId64"/>
    <p:sldLayoutId id="2147483779" r:id="rId65"/>
    <p:sldLayoutId id="2147483780" r:id="rId66"/>
    <p:sldLayoutId id="2147483781" r:id="rId67"/>
    <p:sldLayoutId id="2147483782" r:id="rId68"/>
    <p:sldLayoutId id="2147483783" r:id="rId69"/>
    <p:sldLayoutId id="2147483784" r:id="rId70"/>
    <p:sldLayoutId id="2147483785" r:id="rId71"/>
  </p:sldLayoutIdLst>
  <p:transition spd="med"/>
  <p:hf hdr="0" dt="0"/>
  <p:txStyles>
    <p:titleStyle>
      <a:lvl1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48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497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744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993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64559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329118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493677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571386" marR="0" indent="-228554" algn="l" defTabSz="1218956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346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595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843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5091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6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922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384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845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307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768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20023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69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7"/>
            <a:ext cx="1129359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700"/>
            <a:ext cx="11293592" cy="4334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4127" y="6402118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066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  <p:sldLayoutId id="2147483804" r:id="rId18"/>
    <p:sldLayoutId id="2147483805" r:id="rId19"/>
    <p:sldLayoutId id="2147483806" r:id="rId20"/>
    <p:sldLayoutId id="2147483807" r:id="rId21"/>
    <p:sldLayoutId id="2147483808" r:id="rId22"/>
    <p:sldLayoutId id="2147483809" r:id="rId23"/>
    <p:sldLayoutId id="2147483810" r:id="rId24"/>
    <p:sldLayoutId id="2147483811" r:id="rId25"/>
    <p:sldLayoutId id="2147483812" r:id="rId26"/>
    <p:sldLayoutId id="2147483813" r:id="rId27"/>
    <p:sldLayoutId id="2147483814" r:id="rId28"/>
    <p:sldLayoutId id="2147483815" r:id="rId29"/>
    <p:sldLayoutId id="2147483816" r:id="rId30"/>
    <p:sldLayoutId id="2147483817" r:id="rId31"/>
    <p:sldLayoutId id="2147483818" r:id="rId32"/>
    <p:sldLayoutId id="2147483819" r:id="rId33"/>
    <p:sldLayoutId id="2147483820" r:id="rId34"/>
    <p:sldLayoutId id="2147483821" r:id="rId35"/>
    <p:sldLayoutId id="2147483822" r:id="rId36"/>
    <p:sldLayoutId id="2147483823" r:id="rId37"/>
    <p:sldLayoutId id="2147483824" r:id="rId38"/>
    <p:sldLayoutId id="2147483825" r:id="rId39"/>
    <p:sldLayoutId id="2147483826" r:id="rId40"/>
    <p:sldLayoutId id="2147483827" r:id="rId41"/>
    <p:sldLayoutId id="2147483828" r:id="rId42"/>
    <p:sldLayoutId id="2147483829" r:id="rId43"/>
    <p:sldLayoutId id="2147483830" r:id="rId44"/>
    <p:sldLayoutId id="2147483831" r:id="rId45"/>
    <p:sldLayoutId id="2147483832" r:id="rId46"/>
    <p:sldLayoutId id="2147483833" r:id="rId47"/>
    <p:sldLayoutId id="2147483834" r:id="rId48"/>
    <p:sldLayoutId id="2147483835" r:id="rId49"/>
    <p:sldLayoutId id="2147483836" r:id="rId50"/>
    <p:sldLayoutId id="2147483837" r:id="rId51"/>
    <p:sldLayoutId id="2147483838" r:id="rId52"/>
    <p:sldLayoutId id="2147483839" r:id="rId53"/>
  </p:sldLayoutIdLst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hf hdr="0" ftr="0" dt="0"/>
  <p:txStyles>
    <p:titleStyle>
      <a:lvl1pPr marL="0" marR="0" indent="0" algn="l" defTabSz="1218468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7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1218468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7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468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7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468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7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468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7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176" algn="l" defTabSz="1218468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7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353" algn="l" defTabSz="1218468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7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526" algn="l" defTabSz="1218468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7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703" algn="l" defTabSz="1218468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7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468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64493" marR="0" indent="-164493" algn="l" defTabSz="1218468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328986" marR="0" indent="-164493" algn="l" defTabSz="1218468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493479" marR="0" indent="-164493" algn="l" defTabSz="1218468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571158" marR="0" indent="-228462" algn="l" defTabSz="1218468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0978" marR="0" indent="-194388" algn="l" defTabSz="1218468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154" marR="0" indent="-194388" algn="l" defTabSz="1218468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329" marR="0" indent="-194388" algn="l" defTabSz="1218468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4505" marR="0" indent="-194388" algn="l" defTabSz="1218468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0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393" algn="r" defTabSz="9140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784" algn="r" defTabSz="9140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178" algn="r" defTabSz="9140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571" algn="r" defTabSz="9140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6965" algn="r" defTabSz="9140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356" algn="r" defTabSz="9140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199750" algn="r" defTabSz="9140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143" algn="r" defTabSz="9140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6950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7"/>
            <a:ext cx="1129359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700"/>
            <a:ext cx="11293592" cy="4334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4127" y="6402118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7173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  <p:sldLayoutId id="2147483858" r:id="rId18"/>
    <p:sldLayoutId id="2147483859" r:id="rId19"/>
    <p:sldLayoutId id="2147483860" r:id="rId20"/>
    <p:sldLayoutId id="2147483861" r:id="rId21"/>
    <p:sldLayoutId id="2147483862" r:id="rId22"/>
    <p:sldLayoutId id="2147483863" r:id="rId23"/>
    <p:sldLayoutId id="2147483864" r:id="rId24"/>
    <p:sldLayoutId id="2147483865" r:id="rId25"/>
    <p:sldLayoutId id="2147483866" r:id="rId26"/>
    <p:sldLayoutId id="2147483867" r:id="rId27"/>
    <p:sldLayoutId id="2147483868" r:id="rId28"/>
    <p:sldLayoutId id="2147483869" r:id="rId29"/>
    <p:sldLayoutId id="2147483870" r:id="rId30"/>
    <p:sldLayoutId id="2147483871" r:id="rId31"/>
    <p:sldLayoutId id="2147483872" r:id="rId32"/>
    <p:sldLayoutId id="2147483873" r:id="rId33"/>
    <p:sldLayoutId id="2147483874" r:id="rId34"/>
    <p:sldLayoutId id="2147483875" r:id="rId35"/>
    <p:sldLayoutId id="2147483876" r:id="rId36"/>
    <p:sldLayoutId id="2147483877" r:id="rId37"/>
    <p:sldLayoutId id="2147483878" r:id="rId38"/>
    <p:sldLayoutId id="2147483879" r:id="rId39"/>
    <p:sldLayoutId id="2147483880" r:id="rId40"/>
    <p:sldLayoutId id="2147483881" r:id="rId41"/>
    <p:sldLayoutId id="2147483882" r:id="rId42"/>
    <p:sldLayoutId id="2147483883" r:id="rId43"/>
    <p:sldLayoutId id="2147483884" r:id="rId44"/>
    <p:sldLayoutId id="2147483885" r:id="rId45"/>
    <p:sldLayoutId id="2147483886" r:id="rId46"/>
    <p:sldLayoutId id="2147483887" r:id="rId47"/>
    <p:sldLayoutId id="2147483888" r:id="rId48"/>
    <p:sldLayoutId id="2147483889" r:id="rId49"/>
    <p:sldLayoutId id="2147483890" r:id="rId50"/>
    <p:sldLayoutId id="2147483891" r:id="rId51"/>
    <p:sldLayoutId id="2147483892" r:id="rId52"/>
    <p:sldLayoutId id="2147483893" r:id="rId53"/>
  </p:sldLayoutIdLst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hf hdr="0" ftr="0" dt="0"/>
  <p:txStyles>
    <p:titleStyle>
      <a:lvl1pPr marL="0" marR="0" indent="0" algn="l" defTabSz="1218468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7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1218468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7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468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7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468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7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468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7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176" algn="l" defTabSz="1218468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7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353" algn="l" defTabSz="1218468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7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526" algn="l" defTabSz="1218468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7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703" algn="l" defTabSz="1218468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7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468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64493" marR="0" indent="-164493" algn="l" defTabSz="1218468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328986" marR="0" indent="-164493" algn="l" defTabSz="1218468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493479" marR="0" indent="-164493" algn="l" defTabSz="1218468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571158" marR="0" indent="-228462" algn="l" defTabSz="1218468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0978" marR="0" indent="-194388" algn="l" defTabSz="1218468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154" marR="0" indent="-194388" algn="l" defTabSz="1218468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329" marR="0" indent="-194388" algn="l" defTabSz="1218468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4505" marR="0" indent="-194388" algn="l" defTabSz="1218468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0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393" algn="r" defTabSz="9140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784" algn="r" defTabSz="9140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178" algn="r" defTabSz="9140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571" algn="r" defTabSz="9140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6965" algn="r" defTabSz="9140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356" algn="r" defTabSz="9140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199750" algn="r" defTabSz="9140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143" algn="r" defTabSz="9140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304890" y="6400802"/>
            <a:ext cx="5486313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3" y="6400802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655126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  <p:sldLayoutId id="2147483907" r:id="rId13"/>
    <p:sldLayoutId id="2147483908" r:id="rId14"/>
    <p:sldLayoutId id="2147483909" r:id="rId15"/>
    <p:sldLayoutId id="2147483910" r:id="rId16"/>
    <p:sldLayoutId id="2147483911" r:id="rId17"/>
    <p:sldLayoutId id="2147483912" r:id="rId18"/>
    <p:sldLayoutId id="2147483913" r:id="rId19"/>
    <p:sldLayoutId id="2147483914" r:id="rId20"/>
    <p:sldLayoutId id="2147483915" r:id="rId21"/>
    <p:sldLayoutId id="2147483916" r:id="rId22"/>
    <p:sldLayoutId id="2147483917" r:id="rId23"/>
    <p:sldLayoutId id="2147483918" r:id="rId24"/>
    <p:sldLayoutId id="2147483919" r:id="rId25"/>
    <p:sldLayoutId id="2147483920" r:id="rId26"/>
    <p:sldLayoutId id="2147483921" r:id="rId27"/>
    <p:sldLayoutId id="2147483922" r:id="rId28"/>
    <p:sldLayoutId id="2147483923" r:id="rId29"/>
    <p:sldLayoutId id="2147483924" r:id="rId30"/>
    <p:sldLayoutId id="2147483925" r:id="rId31"/>
    <p:sldLayoutId id="2147483926" r:id="rId32"/>
    <p:sldLayoutId id="2147483927" r:id="rId33"/>
    <p:sldLayoutId id="2147483928" r:id="rId34"/>
    <p:sldLayoutId id="2147483929" r:id="rId35"/>
    <p:sldLayoutId id="2147483930" r:id="rId36"/>
    <p:sldLayoutId id="2147483931" r:id="rId37"/>
    <p:sldLayoutId id="2147483932" r:id="rId38"/>
    <p:sldLayoutId id="2147483933" r:id="rId39"/>
    <p:sldLayoutId id="2147483934" r:id="rId40"/>
    <p:sldLayoutId id="2147483935" r:id="rId41"/>
    <p:sldLayoutId id="2147483936" r:id="rId42"/>
    <p:sldLayoutId id="2147483937" r:id="rId43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5pPr>
      <a:lvl6pPr marL="483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6pPr>
      <a:lvl7pPr marL="96680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7pPr>
      <a:lvl8pPr marL="145020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8pPr>
      <a:lvl9pPr marL="193360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86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marL="228592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86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2pPr>
      <a:lvl3pPr marL="457183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86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3pPr>
      <a:lvl4pPr marL="838170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867" b="0" i="0" baseline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4pPr>
      <a:lvl5pPr marL="1070993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86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5pPr>
      <a:lvl6pPr marL="2111522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6pPr>
      <a:lvl7pPr marL="2594926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7pPr>
      <a:lvl8pPr marL="3078326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8pPr>
      <a:lvl9pPr marL="3561730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00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04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04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05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08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06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09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210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94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38C57-6243-C693-31A9-AB841EE9B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EDBBDCB-7B01-C9B0-13EF-ECD54C6ED8A4}"/>
              </a:ext>
            </a:extLst>
          </p:cNvPr>
          <p:cNvSpPr txBox="1"/>
          <p:nvPr/>
        </p:nvSpPr>
        <p:spPr>
          <a:xfrm>
            <a:off x="5812971" y="-82296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4E90D2-BCDD-B0B7-58B5-7ABD1A7B4048}"/>
              </a:ext>
            </a:extLst>
          </p:cNvPr>
          <p:cNvSpPr txBox="1"/>
          <p:nvPr/>
        </p:nvSpPr>
        <p:spPr>
          <a:xfrm>
            <a:off x="5212080" y="-352697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FFEEFB-481E-205A-956E-AF101430B413}"/>
              </a:ext>
            </a:extLst>
          </p:cNvPr>
          <p:cNvSpPr txBox="1"/>
          <p:nvPr/>
        </p:nvSpPr>
        <p:spPr>
          <a:xfrm>
            <a:off x="3955774" y="-1212574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817F85-51A1-0183-E8B8-D622ECFE73D2}"/>
              </a:ext>
            </a:extLst>
          </p:cNvPr>
          <p:cNvSpPr txBox="1"/>
          <p:nvPr/>
        </p:nvSpPr>
        <p:spPr>
          <a:xfrm>
            <a:off x="13019314" y="391886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5D1DA-528A-AD5E-564B-17D7FFE38AD3}"/>
              </a:ext>
            </a:extLst>
          </p:cNvPr>
          <p:cNvSpPr txBox="1"/>
          <p:nvPr/>
        </p:nvSpPr>
        <p:spPr>
          <a:xfrm>
            <a:off x="-246743" y="1627283"/>
            <a:ext cx="45719" cy="45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50CDB2F-C39A-6FC9-6B50-975A83037B27}"/>
              </a:ext>
            </a:extLst>
          </p:cNvPr>
          <p:cNvSpPr txBox="1"/>
          <p:nvPr/>
        </p:nvSpPr>
        <p:spPr>
          <a:xfrm>
            <a:off x="150739" y="41584"/>
            <a:ext cx="11471772" cy="49244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Automation Transformation</a:t>
            </a:r>
          </a:p>
        </p:txBody>
      </p:sp>
      <p:pic>
        <p:nvPicPr>
          <p:cNvPr id="11" name="图片 10" descr="黑暗中的标志  AI 生成的内容可能不正确。">
            <a:extLst>
              <a:ext uri="{FF2B5EF4-FFF2-40B4-BE49-F238E27FC236}">
                <a16:creationId xmlns:a16="http://schemas.microsoft.com/office/drawing/2014/main" id="{A64C0663-7A6D-3F64-E05B-FC76210CA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06" y="2727616"/>
            <a:ext cx="456473" cy="456473"/>
          </a:xfrm>
          <a:prstGeom prst="rect">
            <a:avLst/>
          </a:prstGeom>
        </p:spPr>
      </p:pic>
      <p:pic>
        <p:nvPicPr>
          <p:cNvPr id="15" name="图片 14" descr="黑暗中的标志  AI 生成的内容可能不正确。">
            <a:extLst>
              <a:ext uri="{FF2B5EF4-FFF2-40B4-BE49-F238E27FC236}">
                <a16:creationId xmlns:a16="http://schemas.microsoft.com/office/drawing/2014/main" id="{AB2509D0-84A2-06E0-68E4-63E0F9641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762" y="613440"/>
            <a:ext cx="456711" cy="456711"/>
          </a:xfrm>
          <a:prstGeom prst="rect">
            <a:avLst/>
          </a:prstGeom>
        </p:spPr>
      </p:pic>
      <p:pic>
        <p:nvPicPr>
          <p:cNvPr id="19" name="图片 18" descr="图片包含 照片, 游戏机, 站  AI 生成的内容可能不正确。">
            <a:extLst>
              <a:ext uri="{FF2B5EF4-FFF2-40B4-BE49-F238E27FC236}">
                <a16:creationId xmlns:a16="http://schemas.microsoft.com/office/drawing/2014/main" id="{0241498A-A23C-7641-499E-DBEA51643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37" y="733450"/>
            <a:ext cx="361138" cy="361138"/>
          </a:xfrm>
          <a:prstGeom prst="rect">
            <a:avLst/>
          </a:prstGeom>
        </p:spPr>
      </p:pic>
      <p:pic>
        <p:nvPicPr>
          <p:cNvPr id="27" name="图片 26" descr="街道上有店铺的标志黑色背景白色的字  AI 生成的内容可能不正确。">
            <a:extLst>
              <a:ext uri="{FF2B5EF4-FFF2-40B4-BE49-F238E27FC236}">
                <a16:creationId xmlns:a16="http://schemas.microsoft.com/office/drawing/2014/main" id="{2A456CC2-5D9C-B40A-60A8-6696A543A1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129" y="5320810"/>
            <a:ext cx="388531" cy="330797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176A7A30-612F-6D07-4BBF-157B921054A6}"/>
              </a:ext>
            </a:extLst>
          </p:cNvPr>
          <p:cNvSpPr txBox="1"/>
          <p:nvPr/>
        </p:nvSpPr>
        <p:spPr>
          <a:xfrm>
            <a:off x="699109" y="743646"/>
            <a:ext cx="1328057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Objectives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43C6290-E0F5-9A1F-E105-6C54A0F0E5E4}"/>
              </a:ext>
            </a:extLst>
          </p:cNvPr>
          <p:cNvSpPr txBox="1"/>
          <p:nvPr/>
        </p:nvSpPr>
        <p:spPr>
          <a:xfrm>
            <a:off x="276535" y="1134344"/>
            <a:ext cx="3226235" cy="138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Eliminate manual, error-prone infrastructure and configuration management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Implement 'Everything-as-Code' operating model across hybrid cloud estate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Embed policy-as-code for audit-ready compliance at the push of a button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Reduce operational toil by ~50% via enterprise automation platforms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Establish measurable DORA baselines and continuous improvement cadence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2CB7D69-B939-DCAF-F1DA-F675F43F3EDF}"/>
              </a:ext>
            </a:extLst>
          </p:cNvPr>
          <p:cNvSpPr txBox="1"/>
          <p:nvPr/>
        </p:nvSpPr>
        <p:spPr>
          <a:xfrm>
            <a:off x="4380679" y="680930"/>
            <a:ext cx="2123889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Activities In-Scope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5D82D24-51D1-28F0-1690-5CC5518DBCB2}"/>
              </a:ext>
            </a:extLst>
          </p:cNvPr>
          <p:cNvSpPr txBox="1"/>
          <p:nvPr/>
        </p:nvSpPr>
        <p:spPr>
          <a:xfrm>
            <a:off x="665156" y="2802419"/>
            <a:ext cx="2596730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Technology  In-Scope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1052A5B-DC58-F874-8296-041D72DE1B30}"/>
              </a:ext>
            </a:extLst>
          </p:cNvPr>
          <p:cNvSpPr txBox="1"/>
          <p:nvPr/>
        </p:nvSpPr>
        <p:spPr>
          <a:xfrm>
            <a:off x="191393" y="3223845"/>
            <a:ext cx="3405398" cy="1800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Red Hat Ansible Automation Platform (AAP)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HashiCorp Terraform / OpenTofu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Policy-as-Code (OPA/Gatekeeper, Sentinel, Kyverno)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GitOps (ArgoCD, Flux) for declarative state management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Red Hat OpenShift, Event-Driven Ansible, ServiceNow Integration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A7A05B4-D5B9-83DF-1518-CB312C2B9242}"/>
              </a:ext>
            </a:extLst>
          </p:cNvPr>
          <p:cNvSpPr txBox="1"/>
          <p:nvPr/>
        </p:nvSpPr>
        <p:spPr>
          <a:xfrm>
            <a:off x="718161" y="5320810"/>
            <a:ext cx="2400528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Tools &amp; Accelerators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BA57B532-FC30-B443-54FB-D3CB19AE6A65}"/>
              </a:ext>
            </a:extLst>
          </p:cNvPr>
          <p:cNvCxnSpPr>
            <a:cxnSpLocks/>
          </p:cNvCxnSpPr>
          <p:nvPr/>
        </p:nvCxnSpPr>
        <p:spPr bwMode="auto">
          <a:xfrm>
            <a:off x="3774986" y="650745"/>
            <a:ext cx="0" cy="5740111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AB7B42A9-E1BD-FABE-6C48-75C6B3E8C17D}"/>
              </a:ext>
            </a:extLst>
          </p:cNvPr>
          <p:cNvCxnSpPr>
            <a:cxnSpLocks/>
          </p:cNvCxnSpPr>
          <p:nvPr/>
        </p:nvCxnSpPr>
        <p:spPr bwMode="auto">
          <a:xfrm>
            <a:off x="8233086" y="774546"/>
            <a:ext cx="0" cy="561631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44">
            <a:extLst>
              <a:ext uri="{FF2B5EF4-FFF2-40B4-BE49-F238E27FC236}">
                <a16:creationId xmlns:a16="http://schemas.microsoft.com/office/drawing/2014/main" id="{228C82C1-2572-5B51-A169-A4A1629EDAC6}"/>
              </a:ext>
            </a:extLst>
          </p:cNvPr>
          <p:cNvSpPr txBox="1"/>
          <p:nvPr/>
        </p:nvSpPr>
        <p:spPr>
          <a:xfrm>
            <a:off x="238958" y="5723656"/>
            <a:ext cx="3263810" cy="9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BoxBoat IaC Module Library (Terraform/Ansible)</a:t>
            </a:r>
            <a:endParaRPr kumimoji="0" lang="en-IN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Compliance-as-Code Accelerator Packs (CIS, NIST, SOC2)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BoxBoat</a:t>
            </a:r>
            <a:r>
              <a:rPr kumimoji="0" lang="en-I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 Maturity Assessment Framework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IN" altLang="zh-CN" sz="900" dirty="0">
                <a:solidFill>
                  <a:srgbClr val="000000"/>
                </a:solidFill>
                <a:latin typeface="IBM Plex Sans Light"/>
              </a:rPr>
              <a:t>IBM/RH Playbook Library</a:t>
            </a:r>
            <a:endParaRPr kumimoji="0" lang="en-IN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  <p:sp>
        <p:nvSpPr>
          <p:cNvPr id="3" name="文本框 41">
            <a:extLst>
              <a:ext uri="{FF2B5EF4-FFF2-40B4-BE49-F238E27FC236}">
                <a16:creationId xmlns:a16="http://schemas.microsoft.com/office/drawing/2014/main" id="{6990424F-BC0B-BB64-E750-78C5F6818EED}"/>
              </a:ext>
            </a:extLst>
          </p:cNvPr>
          <p:cNvSpPr txBox="1"/>
          <p:nvPr/>
        </p:nvSpPr>
        <p:spPr>
          <a:xfrm>
            <a:off x="3912057" y="1094587"/>
            <a:ext cx="4334462" cy="5369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Example Offer Structure (3 Phases)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Phase 1 – Automation Maturity Assessment (2–4 weeks)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Inventory current automation estate: scripts, runbooks, CI/CD, config management tools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Baseline DORA metrics and identify top-toil processes for automation ROI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Phase 2 – Everything-as-Code Pilot (6–8 weeks)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Stand up AAP and Terraform Enterprise for target environments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Codify 3–5 high-toil operational processes into reusable, tested automation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Implement GitOps-driven infrastructure provisioning for pilot workloads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Embed policy-as-code gates to enforce compliance and security guardrails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Integrate with ITSM (ServiceNow) for automated change management evidence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Prove 90% faster provisioning and 50% toil reduction on pilot scope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Phase 3 – Enterprise Scale &amp; Optimization (3–6 months+)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Expand automation catalog across business units, cloud accounts, and on-prem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Build self-service automation portal for operations and development teams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Implement Event-Driven Ansible for autonomous incident response patterns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Stand up Automation CoE with governance, module standards, and reuse metrics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Integrate with broader Cloud-Native Foundations and SDLC modernization motions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Continuously measure and report on operational KPIs: MTTR, drift, change failure rate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Key Value Levers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10X faster infrastructure provisioning; eliminate configuration drift enterprise-wide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50% less downtime via automated remediation and consistent, auditable changes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Why IBM Consulting / BoxBoat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Largest Red Hat and HashiCorp certified practice within IBM Consulting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Engineering-first DNA: we build and code alongside clients, not just advise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Natural pull-through to Cloud-Native Foundations, SDLC, and VMware exit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6" descr="图片包含 照片, 黑暗, 标志, 亮  AI 生成的内容可能不正确。">
            <a:extLst>
              <a:ext uri="{FF2B5EF4-FFF2-40B4-BE49-F238E27FC236}">
                <a16:creationId xmlns:a16="http://schemas.microsoft.com/office/drawing/2014/main" id="{B3B80FED-6FC1-159E-00FC-3AB9B8FB19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3215" y="4396309"/>
            <a:ext cx="346734" cy="346734"/>
          </a:xfrm>
          <a:prstGeom prst="rect">
            <a:avLst/>
          </a:prstGeom>
        </p:spPr>
      </p:pic>
      <p:pic>
        <p:nvPicPr>
          <p:cNvPr id="8" name="图片 22" descr="黑色的钟表  AI 生成的内容可能不正确。">
            <a:extLst>
              <a:ext uri="{FF2B5EF4-FFF2-40B4-BE49-F238E27FC236}">
                <a16:creationId xmlns:a16="http://schemas.microsoft.com/office/drawing/2014/main" id="{B0946BBD-A2E9-1747-4EF2-02BFD249F3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3216" y="2844397"/>
            <a:ext cx="346733" cy="346733"/>
          </a:xfrm>
          <a:prstGeom prst="rect">
            <a:avLst/>
          </a:prstGeom>
        </p:spPr>
      </p:pic>
      <p:pic>
        <p:nvPicPr>
          <p:cNvPr id="9" name="图片 24" descr="黑暗中的标志  AI 生成的内容可能不正确。">
            <a:extLst>
              <a:ext uri="{FF2B5EF4-FFF2-40B4-BE49-F238E27FC236}">
                <a16:creationId xmlns:a16="http://schemas.microsoft.com/office/drawing/2014/main" id="{8B0E2DFE-6B6F-5AB3-BC45-61C79E4BB8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6690" y="740544"/>
            <a:ext cx="410029" cy="410029"/>
          </a:xfrm>
          <a:prstGeom prst="rect">
            <a:avLst/>
          </a:prstGeom>
        </p:spPr>
      </p:pic>
      <p:sp>
        <p:nvSpPr>
          <p:cNvPr id="10" name="文本框 29">
            <a:extLst>
              <a:ext uri="{FF2B5EF4-FFF2-40B4-BE49-F238E27FC236}">
                <a16:creationId xmlns:a16="http://schemas.microsoft.com/office/drawing/2014/main" id="{D34E5E41-E935-DB02-3A9D-A59CF7E3E967}"/>
              </a:ext>
            </a:extLst>
          </p:cNvPr>
          <p:cNvSpPr txBox="1"/>
          <p:nvPr/>
        </p:nvSpPr>
        <p:spPr>
          <a:xfrm>
            <a:off x="8840078" y="792294"/>
            <a:ext cx="1512396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Deliverables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12" name="文本框 30">
            <a:extLst>
              <a:ext uri="{FF2B5EF4-FFF2-40B4-BE49-F238E27FC236}">
                <a16:creationId xmlns:a16="http://schemas.microsoft.com/office/drawing/2014/main" id="{4EF76BFD-5AD2-24AA-DB1E-D5852C596B44}"/>
              </a:ext>
            </a:extLst>
          </p:cNvPr>
          <p:cNvSpPr txBox="1"/>
          <p:nvPr/>
        </p:nvSpPr>
        <p:spPr>
          <a:xfrm>
            <a:off x="8356690" y="1205118"/>
            <a:ext cx="3558771" cy="1083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Automation maturity assessment with DORA baselines and toil heatmap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Target-state 'Everything-as-Code' architecture and transformation roadmap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Pilot automation catalog: 3–5 codified processes with IaC modules and playbooks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Policy-as-code framework with compliance evidence pipeline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Executive business case with ROI projections and enterprise scale plan</a:t>
            </a:r>
          </a:p>
        </p:txBody>
      </p:sp>
      <p:sp>
        <p:nvSpPr>
          <p:cNvPr id="13" name="文本框 45">
            <a:extLst>
              <a:ext uri="{FF2B5EF4-FFF2-40B4-BE49-F238E27FC236}">
                <a16:creationId xmlns:a16="http://schemas.microsoft.com/office/drawing/2014/main" id="{26B0BC75-F5E0-AEB2-7DC1-30197320C4E5}"/>
              </a:ext>
            </a:extLst>
          </p:cNvPr>
          <p:cNvSpPr txBox="1"/>
          <p:nvPr/>
        </p:nvSpPr>
        <p:spPr>
          <a:xfrm>
            <a:off x="8840078" y="2844397"/>
            <a:ext cx="2400528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Timelines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16" name="文本框 47">
            <a:extLst>
              <a:ext uri="{FF2B5EF4-FFF2-40B4-BE49-F238E27FC236}">
                <a16:creationId xmlns:a16="http://schemas.microsoft.com/office/drawing/2014/main" id="{F4D91B46-EE48-2D70-CCE2-E906C6310DAA}"/>
              </a:ext>
            </a:extLst>
          </p:cNvPr>
          <p:cNvSpPr txBox="1"/>
          <p:nvPr/>
        </p:nvSpPr>
        <p:spPr>
          <a:xfrm>
            <a:off x="8826644" y="4328857"/>
            <a:ext cx="2707770" cy="41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Commercials         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(Indicative Cost – Jumpstart Investment)</a:t>
            </a:r>
            <a:endParaRPr kumimoji="1" lang="zh-CN" altLang="en-US" sz="105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7" name="文本框 48">
            <a:extLst>
              <a:ext uri="{FF2B5EF4-FFF2-40B4-BE49-F238E27FC236}">
                <a16:creationId xmlns:a16="http://schemas.microsoft.com/office/drawing/2014/main" id="{CC606677-71F7-2910-90BB-511C767F3FD1}"/>
              </a:ext>
            </a:extLst>
          </p:cNvPr>
          <p:cNvSpPr txBox="1"/>
          <p:nvPr/>
        </p:nvSpPr>
        <p:spPr>
          <a:xfrm>
            <a:off x="8477716" y="4738886"/>
            <a:ext cx="3212451" cy="1578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IBM Plex Sans Ligh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(Client-facing — adaptable based on scope &amp; region)</a:t>
            </a:r>
            <a:endParaRPr kumimoji="0" lang="en-IN" sz="9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Assessment</a:t>
            </a: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: ~$100k for 2–4 week engagement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Pilot + Scale</a:t>
            </a: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: $</a:t>
            </a:r>
            <a:r>
              <a:rPr lang="en-SG" sz="900" kern="0" dirty="0">
                <a:solidFill>
                  <a:srgbClr val="000000"/>
                </a:solidFill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00K–</a:t>
            </a:r>
            <a:r>
              <a:rPr lang="en-SG" sz="900" kern="0" dirty="0">
                <a:solidFill>
                  <a:srgbClr val="000000"/>
                </a:solidFill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M+ depending on scope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endParaRPr kumimoji="0" lang="en-SG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* Partner funding may be available through IBM strategic alliances – confirm with deal team</a:t>
            </a:r>
            <a:b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SG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46">
            <a:extLst>
              <a:ext uri="{FF2B5EF4-FFF2-40B4-BE49-F238E27FC236}">
                <a16:creationId xmlns:a16="http://schemas.microsoft.com/office/drawing/2014/main" id="{82FF7CC4-57DC-97C2-1F00-7E9789969CE7}"/>
              </a:ext>
            </a:extLst>
          </p:cNvPr>
          <p:cNvSpPr txBox="1"/>
          <p:nvPr/>
        </p:nvSpPr>
        <p:spPr>
          <a:xfrm>
            <a:off x="8406876" y="3225805"/>
            <a:ext cx="3458398" cy="851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Duration: Assessment 2–4 wks; Pilot 6–8 wks; Scale 3–6 mo+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Effort: 2–4 FTE Automation Architect, DevOps Engineer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Client Involvement: 3–4 workshops; access to infrastructure, ITSM, and cloud environments</a:t>
            </a:r>
            <a:endParaRPr kumimoji="0" lang="en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3430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38C57-6243-C693-31A9-AB841EE9B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EDBBDCB-7B01-C9B0-13EF-ECD54C6ED8A4}"/>
              </a:ext>
            </a:extLst>
          </p:cNvPr>
          <p:cNvSpPr txBox="1"/>
          <p:nvPr/>
        </p:nvSpPr>
        <p:spPr>
          <a:xfrm>
            <a:off x="5812971" y="-82296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4E90D2-BCDD-B0B7-58B5-7ABD1A7B4048}"/>
              </a:ext>
            </a:extLst>
          </p:cNvPr>
          <p:cNvSpPr txBox="1"/>
          <p:nvPr/>
        </p:nvSpPr>
        <p:spPr>
          <a:xfrm>
            <a:off x="5212080" y="-352697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FFEEFB-481E-205A-956E-AF101430B413}"/>
              </a:ext>
            </a:extLst>
          </p:cNvPr>
          <p:cNvSpPr txBox="1"/>
          <p:nvPr/>
        </p:nvSpPr>
        <p:spPr>
          <a:xfrm>
            <a:off x="3955774" y="-1212574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817F85-51A1-0183-E8B8-D622ECFE73D2}"/>
              </a:ext>
            </a:extLst>
          </p:cNvPr>
          <p:cNvSpPr txBox="1"/>
          <p:nvPr/>
        </p:nvSpPr>
        <p:spPr>
          <a:xfrm>
            <a:off x="13019314" y="391886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5D1DA-528A-AD5E-564B-17D7FFE38AD3}"/>
              </a:ext>
            </a:extLst>
          </p:cNvPr>
          <p:cNvSpPr txBox="1"/>
          <p:nvPr/>
        </p:nvSpPr>
        <p:spPr>
          <a:xfrm>
            <a:off x="-246743" y="1627283"/>
            <a:ext cx="45719" cy="45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50CDB2F-C39A-6FC9-6B50-975A83037B27}"/>
              </a:ext>
            </a:extLst>
          </p:cNvPr>
          <p:cNvSpPr txBox="1"/>
          <p:nvPr/>
        </p:nvSpPr>
        <p:spPr>
          <a:xfrm>
            <a:off x="150739" y="41584"/>
            <a:ext cx="11471772" cy="49244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Cloud-Native Foundations (Day-0)</a:t>
            </a:r>
          </a:p>
        </p:txBody>
      </p:sp>
      <p:pic>
        <p:nvPicPr>
          <p:cNvPr id="11" name="图片 10" descr="黑暗中的标志  AI 生成的内容可能不正确。">
            <a:extLst>
              <a:ext uri="{FF2B5EF4-FFF2-40B4-BE49-F238E27FC236}">
                <a16:creationId xmlns:a16="http://schemas.microsoft.com/office/drawing/2014/main" id="{A64C0663-7A6D-3F64-E05B-FC76210CA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06" y="2727616"/>
            <a:ext cx="456473" cy="456473"/>
          </a:xfrm>
          <a:prstGeom prst="rect">
            <a:avLst/>
          </a:prstGeom>
        </p:spPr>
      </p:pic>
      <p:pic>
        <p:nvPicPr>
          <p:cNvPr id="15" name="图片 14" descr="黑暗中的标志  AI 生成的内容可能不正确。">
            <a:extLst>
              <a:ext uri="{FF2B5EF4-FFF2-40B4-BE49-F238E27FC236}">
                <a16:creationId xmlns:a16="http://schemas.microsoft.com/office/drawing/2014/main" id="{AB2509D0-84A2-06E0-68E4-63E0F9641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762" y="613440"/>
            <a:ext cx="456711" cy="456711"/>
          </a:xfrm>
          <a:prstGeom prst="rect">
            <a:avLst/>
          </a:prstGeom>
        </p:spPr>
      </p:pic>
      <p:pic>
        <p:nvPicPr>
          <p:cNvPr id="19" name="图片 18" descr="图片包含 照片, 游戏机, 站  AI 生成的内容可能不正确。">
            <a:extLst>
              <a:ext uri="{FF2B5EF4-FFF2-40B4-BE49-F238E27FC236}">
                <a16:creationId xmlns:a16="http://schemas.microsoft.com/office/drawing/2014/main" id="{0241498A-A23C-7641-499E-DBEA51643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37" y="733450"/>
            <a:ext cx="361138" cy="361138"/>
          </a:xfrm>
          <a:prstGeom prst="rect">
            <a:avLst/>
          </a:prstGeom>
        </p:spPr>
      </p:pic>
      <p:pic>
        <p:nvPicPr>
          <p:cNvPr id="27" name="图片 26" descr="街道上有店铺的标志黑色背景白色的字  AI 生成的内容可能不正确。">
            <a:extLst>
              <a:ext uri="{FF2B5EF4-FFF2-40B4-BE49-F238E27FC236}">
                <a16:creationId xmlns:a16="http://schemas.microsoft.com/office/drawing/2014/main" id="{2A456CC2-5D9C-B40A-60A8-6696A543A1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129" y="5320810"/>
            <a:ext cx="388531" cy="330797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176A7A30-612F-6D07-4BBF-157B921054A6}"/>
              </a:ext>
            </a:extLst>
          </p:cNvPr>
          <p:cNvSpPr txBox="1"/>
          <p:nvPr/>
        </p:nvSpPr>
        <p:spPr>
          <a:xfrm>
            <a:off x="699109" y="743646"/>
            <a:ext cx="1328057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Objectives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43C6290-E0F5-9A1F-E105-6C54A0F0E5E4}"/>
              </a:ext>
            </a:extLst>
          </p:cNvPr>
          <p:cNvSpPr txBox="1"/>
          <p:nvPr/>
        </p:nvSpPr>
        <p:spPr>
          <a:xfrm>
            <a:off x="276535" y="1134344"/>
            <a:ext cx="3226235" cy="138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Deliver a production-grade hybrid Kubernetes 'landing zone' from Day-0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Standardize security, governance, and observability across multi-cloud fleet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Establish a unified Multi-Cloud Control Plane for AWS, Azure, GCP, and on-prem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Enable golden paths for developer self-service and faster app onboarding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Build the standardized, API-driven platform prerequisite for Agentic AI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2CB7D69-B939-DCAF-F1DA-F675F43F3EDF}"/>
              </a:ext>
            </a:extLst>
          </p:cNvPr>
          <p:cNvSpPr txBox="1"/>
          <p:nvPr/>
        </p:nvSpPr>
        <p:spPr>
          <a:xfrm>
            <a:off x="4380679" y="680930"/>
            <a:ext cx="2123889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Activities In-Scope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5D82D24-51D1-28F0-1690-5CC5518DBCB2}"/>
              </a:ext>
            </a:extLst>
          </p:cNvPr>
          <p:cNvSpPr txBox="1"/>
          <p:nvPr/>
        </p:nvSpPr>
        <p:spPr>
          <a:xfrm>
            <a:off x="665156" y="2802419"/>
            <a:ext cx="2596730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Technology  In-Scope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1052A5B-DC58-F874-8296-041D72DE1B30}"/>
              </a:ext>
            </a:extLst>
          </p:cNvPr>
          <p:cNvSpPr txBox="1"/>
          <p:nvPr/>
        </p:nvSpPr>
        <p:spPr>
          <a:xfrm>
            <a:off x="191393" y="3223845"/>
            <a:ext cx="3405398" cy="1800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Red Hat OpenShift (or EKS/AKS with opinionated governance)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Red Hat Advanced Cluster Management (ACM) for fleet management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ArgoCD / GitOps for declarative cluster and app lifecycle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Red Hat ACS (StackRox) for container security and compliance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Backstage/RHDH (IDP), Prometheus/Grafana, EFK/Loki observability stack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A7A05B4-D5B9-83DF-1518-CB312C2B9242}"/>
              </a:ext>
            </a:extLst>
          </p:cNvPr>
          <p:cNvSpPr txBox="1"/>
          <p:nvPr/>
        </p:nvSpPr>
        <p:spPr>
          <a:xfrm>
            <a:off x="718161" y="5320810"/>
            <a:ext cx="2400528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Tools &amp; Accelerators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BA57B532-FC30-B443-54FB-D3CB19AE6A65}"/>
              </a:ext>
            </a:extLst>
          </p:cNvPr>
          <p:cNvCxnSpPr>
            <a:cxnSpLocks/>
          </p:cNvCxnSpPr>
          <p:nvPr/>
        </p:nvCxnSpPr>
        <p:spPr bwMode="auto">
          <a:xfrm>
            <a:off x="3774986" y="650745"/>
            <a:ext cx="0" cy="5740111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AB7B42A9-E1BD-FABE-6C48-75C6B3E8C17D}"/>
              </a:ext>
            </a:extLst>
          </p:cNvPr>
          <p:cNvCxnSpPr>
            <a:cxnSpLocks/>
          </p:cNvCxnSpPr>
          <p:nvPr/>
        </p:nvCxnSpPr>
        <p:spPr bwMode="auto">
          <a:xfrm>
            <a:off x="8233086" y="774546"/>
            <a:ext cx="0" cy="561631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44">
            <a:extLst>
              <a:ext uri="{FF2B5EF4-FFF2-40B4-BE49-F238E27FC236}">
                <a16:creationId xmlns:a16="http://schemas.microsoft.com/office/drawing/2014/main" id="{228C82C1-2572-5B51-A169-A4A1629EDAC6}"/>
              </a:ext>
            </a:extLst>
          </p:cNvPr>
          <p:cNvSpPr txBox="1"/>
          <p:nvPr/>
        </p:nvSpPr>
        <p:spPr>
          <a:xfrm>
            <a:off x="238958" y="5723656"/>
            <a:ext cx="3301388" cy="9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BoxBoat Landing Zone Blueprints (AWS, Azure, GCP, on-prem)</a:t>
            </a:r>
            <a:endParaRPr kumimoji="0" lang="en-IN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Stamp-as-Code Cluster Templates (networking, DR, observability)</a:t>
            </a:r>
          </a:p>
          <a:p>
            <a:pPr marL="171450" lvl="0" indent="-171450">
              <a:spcBef>
                <a:spcPts val="300"/>
              </a:spcBef>
              <a:buFontTx/>
              <a:buChar char="-"/>
              <a:defRPr/>
            </a:pPr>
            <a:r>
              <a:rPr lang="en-IN" altLang="zh-CN" sz="900" dirty="0" err="1">
                <a:solidFill>
                  <a:srgbClr val="000000"/>
                </a:solidFill>
              </a:rPr>
              <a:t>BoxBoat</a:t>
            </a:r>
            <a:r>
              <a:rPr lang="en-IN" altLang="zh-CN" sz="900" dirty="0">
                <a:solidFill>
                  <a:srgbClr val="000000"/>
                </a:solidFill>
              </a:rPr>
              <a:t> Platform </a:t>
            </a:r>
            <a:r>
              <a:rPr kumimoji="0" lang="en-I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Maturity Scorecard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IN" altLang="zh-CN" sz="900" dirty="0">
                <a:solidFill>
                  <a:srgbClr val="000000"/>
                </a:solidFill>
                <a:latin typeface="IBM Plex Sans Light"/>
              </a:rPr>
              <a:t>ICCA Journeys</a:t>
            </a:r>
            <a:endParaRPr kumimoji="0" lang="en-IN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  <p:sp>
        <p:nvSpPr>
          <p:cNvPr id="3" name="文本框 41">
            <a:extLst>
              <a:ext uri="{FF2B5EF4-FFF2-40B4-BE49-F238E27FC236}">
                <a16:creationId xmlns:a16="http://schemas.microsoft.com/office/drawing/2014/main" id="{6990424F-BC0B-BB64-E750-78C5F6818EED}"/>
              </a:ext>
            </a:extLst>
          </p:cNvPr>
          <p:cNvSpPr txBox="1"/>
          <p:nvPr/>
        </p:nvSpPr>
        <p:spPr>
          <a:xfrm>
            <a:off x="3912057" y="1094587"/>
            <a:ext cx="4321029" cy="5369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Example Offer Structure (3 Phases)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Phase 1 – Platform Maturity Assessment (2–4 weeks)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Inventory existing Kubernetes clusters, cloud accounts, and platform tooling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Assess Day-2 readiness: security posture, observability gaps, and governance maturity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Phase 2 – Landing Zone Pilot (8–12 weeks)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Deploy opinionated OpenShift/K8s stamp with hardened security baseline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Implement GitOps-driven cluster lifecycle and application deployment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Configure multi-cluster management via ACM with policy enforcement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Stand up centralized observability: logging, monitoring, tracing from Day-0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Integrate ACS for container vulnerability management and compliance scanning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Onboard 2–3 pilot applications via golden path developer workflows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Phase 3 – Multi-Cloud Scale &amp; Fleet Governance (3–9 months+)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Expand to additional cloud regions, accounts, and on-prem data centers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Implement Multi-Cloud Control Plane: unified governance across all stamps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Stand up Internal Developer Portal (Backstage/RHDH) for self-service onboarding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Establish platform team operating model with SLOs and cost allocation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Enable progressive workload migration from legacy infrastructure to platform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Connect to Automation Transformation (IaC) and Modern SDLC (CI/CD) motions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Key Value Levers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20–30% lower infrastructure costs via consolidation and 1:1000+ admin-to-container ratio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Faster app onboarding via golden paths; eliminate 'Shadow IT' and cluster sprawl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Why IBM Consulting / BoxBoat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Recognized as IBM's default experts for OpenShift/K8s and Cloud Day-0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Opinionated blueprints proven across Fortune 500 hybrid cloud deployments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This platform is the prerequisite control plane for the Agentic SDLC and AI agents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6" descr="图片包含 照片, 黑暗, 标志, 亮  AI 生成的内容可能不正确。">
            <a:extLst>
              <a:ext uri="{FF2B5EF4-FFF2-40B4-BE49-F238E27FC236}">
                <a16:creationId xmlns:a16="http://schemas.microsoft.com/office/drawing/2014/main" id="{B3B80FED-6FC1-159E-00FC-3AB9B8FB19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3215" y="4396309"/>
            <a:ext cx="346734" cy="346734"/>
          </a:xfrm>
          <a:prstGeom prst="rect">
            <a:avLst/>
          </a:prstGeom>
        </p:spPr>
      </p:pic>
      <p:pic>
        <p:nvPicPr>
          <p:cNvPr id="8" name="图片 22" descr="黑色的钟表  AI 生成的内容可能不正确。">
            <a:extLst>
              <a:ext uri="{FF2B5EF4-FFF2-40B4-BE49-F238E27FC236}">
                <a16:creationId xmlns:a16="http://schemas.microsoft.com/office/drawing/2014/main" id="{B0946BBD-A2E9-1747-4EF2-02BFD249F3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3216" y="2844397"/>
            <a:ext cx="346733" cy="346733"/>
          </a:xfrm>
          <a:prstGeom prst="rect">
            <a:avLst/>
          </a:prstGeom>
        </p:spPr>
      </p:pic>
      <p:pic>
        <p:nvPicPr>
          <p:cNvPr id="9" name="图片 24" descr="黑暗中的标志  AI 生成的内容可能不正确。">
            <a:extLst>
              <a:ext uri="{FF2B5EF4-FFF2-40B4-BE49-F238E27FC236}">
                <a16:creationId xmlns:a16="http://schemas.microsoft.com/office/drawing/2014/main" id="{8B0E2DFE-6B6F-5AB3-BC45-61C79E4BB8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6690" y="740544"/>
            <a:ext cx="410029" cy="410029"/>
          </a:xfrm>
          <a:prstGeom prst="rect">
            <a:avLst/>
          </a:prstGeom>
        </p:spPr>
      </p:pic>
      <p:sp>
        <p:nvSpPr>
          <p:cNvPr id="10" name="文本框 29">
            <a:extLst>
              <a:ext uri="{FF2B5EF4-FFF2-40B4-BE49-F238E27FC236}">
                <a16:creationId xmlns:a16="http://schemas.microsoft.com/office/drawing/2014/main" id="{D34E5E41-E935-DB02-3A9D-A59CF7E3E967}"/>
              </a:ext>
            </a:extLst>
          </p:cNvPr>
          <p:cNvSpPr txBox="1"/>
          <p:nvPr/>
        </p:nvSpPr>
        <p:spPr>
          <a:xfrm>
            <a:off x="8840078" y="792294"/>
            <a:ext cx="1512396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Deliverables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12" name="文本框 30">
            <a:extLst>
              <a:ext uri="{FF2B5EF4-FFF2-40B4-BE49-F238E27FC236}">
                <a16:creationId xmlns:a16="http://schemas.microsoft.com/office/drawing/2014/main" id="{4EF76BFD-5AD2-24AA-DB1E-D5852C596B44}"/>
              </a:ext>
            </a:extLst>
          </p:cNvPr>
          <p:cNvSpPr txBox="1"/>
          <p:nvPr/>
        </p:nvSpPr>
        <p:spPr>
          <a:xfrm>
            <a:off x="8356690" y="1205118"/>
            <a:ext cx="3558771" cy="1083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Platform maturity assessment with security posture and governance gap analysis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Target-state hybrid cloud architecture with multi-cloud control plane design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Production-grade landing zone deployed with GitOps, observability, and ACS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Golden path templates and IDP configuration for developer self-service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Executive business case with TCO model and enterprise scale roadmap</a:t>
            </a:r>
          </a:p>
        </p:txBody>
      </p:sp>
      <p:sp>
        <p:nvSpPr>
          <p:cNvPr id="13" name="文本框 45">
            <a:extLst>
              <a:ext uri="{FF2B5EF4-FFF2-40B4-BE49-F238E27FC236}">
                <a16:creationId xmlns:a16="http://schemas.microsoft.com/office/drawing/2014/main" id="{26B0BC75-F5E0-AEB2-7DC1-30197320C4E5}"/>
              </a:ext>
            </a:extLst>
          </p:cNvPr>
          <p:cNvSpPr txBox="1"/>
          <p:nvPr/>
        </p:nvSpPr>
        <p:spPr>
          <a:xfrm>
            <a:off x="8840078" y="2844397"/>
            <a:ext cx="2400528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Timelines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16" name="文本框 47">
            <a:extLst>
              <a:ext uri="{FF2B5EF4-FFF2-40B4-BE49-F238E27FC236}">
                <a16:creationId xmlns:a16="http://schemas.microsoft.com/office/drawing/2014/main" id="{F4D91B46-EE48-2D70-CCE2-E906C6310DAA}"/>
              </a:ext>
            </a:extLst>
          </p:cNvPr>
          <p:cNvSpPr txBox="1"/>
          <p:nvPr/>
        </p:nvSpPr>
        <p:spPr>
          <a:xfrm>
            <a:off x="8826644" y="4328857"/>
            <a:ext cx="2707770" cy="41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Commercials         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(Indicative Cost – Jumpstart Investment)</a:t>
            </a:r>
            <a:endParaRPr kumimoji="1" lang="zh-CN" altLang="en-US" sz="105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7" name="文本框 48">
            <a:extLst>
              <a:ext uri="{FF2B5EF4-FFF2-40B4-BE49-F238E27FC236}">
                <a16:creationId xmlns:a16="http://schemas.microsoft.com/office/drawing/2014/main" id="{CC606677-71F7-2910-90BB-511C767F3FD1}"/>
              </a:ext>
            </a:extLst>
          </p:cNvPr>
          <p:cNvSpPr txBox="1"/>
          <p:nvPr/>
        </p:nvSpPr>
        <p:spPr>
          <a:xfrm>
            <a:off x="8477716" y="4678272"/>
            <a:ext cx="3212451" cy="163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IBM Plex Sans Ligh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(Client-facing — adaptable based on scope &amp; region)</a:t>
            </a:r>
            <a:endParaRPr kumimoji="0" lang="en-IN" sz="9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Assessment</a:t>
            </a: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: $100-200K for 2–4 week engagement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Pilot + Scale</a:t>
            </a: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: $500K–2.5M+ depending on scope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endParaRPr kumimoji="0" lang="en-SG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* Red Hat and hyperscaler co-investment funding may be available through IBM strategic alliances – confirm with deal team</a:t>
            </a:r>
            <a:b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SG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46">
            <a:extLst>
              <a:ext uri="{FF2B5EF4-FFF2-40B4-BE49-F238E27FC236}">
                <a16:creationId xmlns:a16="http://schemas.microsoft.com/office/drawing/2014/main" id="{82FF7CC4-57DC-97C2-1F00-7E9789969CE7}"/>
              </a:ext>
            </a:extLst>
          </p:cNvPr>
          <p:cNvSpPr txBox="1"/>
          <p:nvPr/>
        </p:nvSpPr>
        <p:spPr>
          <a:xfrm>
            <a:off x="8406876" y="3225805"/>
            <a:ext cx="3458398" cy="851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Duration: Assessment 2–4 wks; Pilot 8–12 wks; Scale 3–9 mo+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Effort: 2–4 FTE Kubernetes/OpenShift Architect, K8s Engineer, DevOps Engineer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Client Involvement: 3–4 workshops; access to cloud accounts and infrastructure</a:t>
            </a:r>
            <a:endParaRPr kumimoji="0" lang="en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426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38C57-6243-C693-31A9-AB841EE9B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EDBBDCB-7B01-C9B0-13EF-ECD54C6ED8A4}"/>
              </a:ext>
            </a:extLst>
          </p:cNvPr>
          <p:cNvSpPr txBox="1"/>
          <p:nvPr/>
        </p:nvSpPr>
        <p:spPr>
          <a:xfrm>
            <a:off x="5812971" y="-82296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4E90D2-BCDD-B0B7-58B5-7ABD1A7B4048}"/>
              </a:ext>
            </a:extLst>
          </p:cNvPr>
          <p:cNvSpPr txBox="1"/>
          <p:nvPr/>
        </p:nvSpPr>
        <p:spPr>
          <a:xfrm>
            <a:off x="5212080" y="-352697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FFEEFB-481E-205A-956E-AF101430B413}"/>
              </a:ext>
            </a:extLst>
          </p:cNvPr>
          <p:cNvSpPr txBox="1"/>
          <p:nvPr/>
        </p:nvSpPr>
        <p:spPr>
          <a:xfrm>
            <a:off x="3955774" y="-1212574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817F85-51A1-0183-E8B8-D622ECFE73D2}"/>
              </a:ext>
            </a:extLst>
          </p:cNvPr>
          <p:cNvSpPr txBox="1"/>
          <p:nvPr/>
        </p:nvSpPr>
        <p:spPr>
          <a:xfrm>
            <a:off x="13019314" y="391886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5D1DA-528A-AD5E-564B-17D7FFE38AD3}"/>
              </a:ext>
            </a:extLst>
          </p:cNvPr>
          <p:cNvSpPr txBox="1"/>
          <p:nvPr/>
        </p:nvSpPr>
        <p:spPr>
          <a:xfrm>
            <a:off x="-246743" y="1627283"/>
            <a:ext cx="45719" cy="45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50CDB2F-C39A-6FC9-6B50-975A83037B27}"/>
              </a:ext>
            </a:extLst>
          </p:cNvPr>
          <p:cNvSpPr txBox="1"/>
          <p:nvPr/>
        </p:nvSpPr>
        <p:spPr>
          <a:xfrm>
            <a:off x="150739" y="41584"/>
            <a:ext cx="11471772" cy="49244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Modern &amp; Agentic SDLC (DevEx)</a:t>
            </a:r>
          </a:p>
        </p:txBody>
      </p:sp>
      <p:pic>
        <p:nvPicPr>
          <p:cNvPr id="11" name="图片 10" descr="黑暗中的标志  AI 生成的内容可能不正确。">
            <a:extLst>
              <a:ext uri="{FF2B5EF4-FFF2-40B4-BE49-F238E27FC236}">
                <a16:creationId xmlns:a16="http://schemas.microsoft.com/office/drawing/2014/main" id="{A64C0663-7A6D-3F64-E05B-FC76210CA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06" y="2727616"/>
            <a:ext cx="456473" cy="456473"/>
          </a:xfrm>
          <a:prstGeom prst="rect">
            <a:avLst/>
          </a:prstGeom>
        </p:spPr>
      </p:pic>
      <p:pic>
        <p:nvPicPr>
          <p:cNvPr id="15" name="图片 14" descr="黑暗中的标志  AI 生成的内容可能不正确。">
            <a:extLst>
              <a:ext uri="{FF2B5EF4-FFF2-40B4-BE49-F238E27FC236}">
                <a16:creationId xmlns:a16="http://schemas.microsoft.com/office/drawing/2014/main" id="{AB2509D0-84A2-06E0-68E4-63E0F9641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762" y="613440"/>
            <a:ext cx="456711" cy="456711"/>
          </a:xfrm>
          <a:prstGeom prst="rect">
            <a:avLst/>
          </a:prstGeom>
        </p:spPr>
      </p:pic>
      <p:pic>
        <p:nvPicPr>
          <p:cNvPr id="19" name="图片 18" descr="图片包含 照片, 游戏机, 站  AI 生成的内容可能不正确。">
            <a:extLst>
              <a:ext uri="{FF2B5EF4-FFF2-40B4-BE49-F238E27FC236}">
                <a16:creationId xmlns:a16="http://schemas.microsoft.com/office/drawing/2014/main" id="{0241498A-A23C-7641-499E-DBEA51643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37" y="733450"/>
            <a:ext cx="361138" cy="361138"/>
          </a:xfrm>
          <a:prstGeom prst="rect">
            <a:avLst/>
          </a:prstGeom>
        </p:spPr>
      </p:pic>
      <p:pic>
        <p:nvPicPr>
          <p:cNvPr id="27" name="图片 26" descr="街道上有店铺的标志黑色背景白色的字  AI 生成的内容可能不正确。">
            <a:extLst>
              <a:ext uri="{FF2B5EF4-FFF2-40B4-BE49-F238E27FC236}">
                <a16:creationId xmlns:a16="http://schemas.microsoft.com/office/drawing/2014/main" id="{2A456CC2-5D9C-B40A-60A8-6696A543A1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129" y="5320810"/>
            <a:ext cx="388531" cy="330797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176A7A30-612F-6D07-4BBF-157B921054A6}"/>
              </a:ext>
            </a:extLst>
          </p:cNvPr>
          <p:cNvSpPr txBox="1"/>
          <p:nvPr/>
        </p:nvSpPr>
        <p:spPr>
          <a:xfrm>
            <a:off x="699109" y="743646"/>
            <a:ext cx="1328057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Objectives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43C6290-E0F5-9A1F-E105-6C54A0F0E5E4}"/>
              </a:ext>
            </a:extLst>
          </p:cNvPr>
          <p:cNvSpPr txBox="1"/>
          <p:nvPr/>
        </p:nvSpPr>
        <p:spPr>
          <a:xfrm>
            <a:off x="276535" y="1134344"/>
            <a:ext cx="3226235" cy="138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Transform the SDLC into an AI-ready, governed software factory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Achieve 2.5X faster software delivery with 40% fewer release failures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Embed shift-left security and supply chain integrity (SLSA/SBOM, NIST SSDF)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Deploy AI copilots and agentic assistants with enterprise governance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Establish golden paths and Internal Developer Portal for 10x DevEx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2CB7D69-B939-DCAF-F1DA-F675F43F3EDF}"/>
              </a:ext>
            </a:extLst>
          </p:cNvPr>
          <p:cNvSpPr txBox="1"/>
          <p:nvPr/>
        </p:nvSpPr>
        <p:spPr>
          <a:xfrm>
            <a:off x="4380679" y="680930"/>
            <a:ext cx="2123889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Activities In-Scope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5D82D24-51D1-28F0-1690-5CC5518DBCB2}"/>
              </a:ext>
            </a:extLst>
          </p:cNvPr>
          <p:cNvSpPr txBox="1"/>
          <p:nvPr/>
        </p:nvSpPr>
        <p:spPr>
          <a:xfrm>
            <a:off x="665156" y="2802419"/>
            <a:ext cx="2596730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Technology  In-Scope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1052A5B-DC58-F874-8296-041D72DE1B30}"/>
              </a:ext>
            </a:extLst>
          </p:cNvPr>
          <p:cNvSpPr txBox="1"/>
          <p:nvPr/>
        </p:nvSpPr>
        <p:spPr>
          <a:xfrm>
            <a:off x="191393" y="3223845"/>
            <a:ext cx="3405398" cy="1800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GitHub Enterprise / GitLab (SCM, Actions/Pipelines, Advanced Security)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Tekton / Argo Workflows for cloud-native CI/CD pipelines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Internal Developer Portal (IDP) – Backstage, Port, RHDH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GitHub Copilot, Claude/Gemini/Codex, AI-driven testing, </a:t>
            </a:r>
          </a:p>
          <a:p>
            <a:pPr marL="171450" lvl="0" indent="-171450">
              <a:spcBef>
                <a:spcPts val="300"/>
              </a:spcBef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watsonX</a:t>
            </a: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, Bob, ICA</a:t>
            </a:r>
            <a:r>
              <a:rPr lang="en-SG" sz="900" kern="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, Harness Engineering Control Plane</a:t>
            </a:r>
            <a:endParaRPr kumimoji="0" lang="en-SG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SLSA/SBOM tooling, ACS security gates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A7A05B4-D5B9-83DF-1518-CB312C2B9242}"/>
              </a:ext>
            </a:extLst>
          </p:cNvPr>
          <p:cNvSpPr txBox="1"/>
          <p:nvPr/>
        </p:nvSpPr>
        <p:spPr>
          <a:xfrm>
            <a:off x="718161" y="5320810"/>
            <a:ext cx="2400528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Tools &amp; Accelerators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BA57B532-FC30-B443-54FB-D3CB19AE6A65}"/>
              </a:ext>
            </a:extLst>
          </p:cNvPr>
          <p:cNvCxnSpPr>
            <a:cxnSpLocks/>
          </p:cNvCxnSpPr>
          <p:nvPr/>
        </p:nvCxnSpPr>
        <p:spPr bwMode="auto">
          <a:xfrm>
            <a:off x="3774986" y="650745"/>
            <a:ext cx="0" cy="5740111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AB7B42A9-E1BD-FABE-6C48-75C6B3E8C17D}"/>
              </a:ext>
            </a:extLst>
          </p:cNvPr>
          <p:cNvCxnSpPr>
            <a:cxnSpLocks/>
          </p:cNvCxnSpPr>
          <p:nvPr/>
        </p:nvCxnSpPr>
        <p:spPr bwMode="auto">
          <a:xfrm>
            <a:off x="8233086" y="774546"/>
            <a:ext cx="0" cy="561631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44">
            <a:extLst>
              <a:ext uri="{FF2B5EF4-FFF2-40B4-BE49-F238E27FC236}">
                <a16:creationId xmlns:a16="http://schemas.microsoft.com/office/drawing/2014/main" id="{228C82C1-2572-5B51-A169-A4A1629EDAC6}"/>
              </a:ext>
            </a:extLst>
          </p:cNvPr>
          <p:cNvSpPr txBox="1"/>
          <p:nvPr/>
        </p:nvSpPr>
        <p:spPr>
          <a:xfrm>
            <a:off x="238958" y="5723656"/>
            <a:ext cx="3301388" cy="9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BoxBoat Golden Pipeline Templates (GitHub Actions, Tekton)</a:t>
            </a:r>
            <a:endParaRPr kumimoji="0" lang="en-IN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  <a:p>
            <a:pPr marL="171450" lvl="0" indent="-171450">
              <a:spcBef>
                <a:spcPts val="300"/>
              </a:spcBef>
              <a:buFontTx/>
              <a:buChar char="-"/>
              <a:defRPr/>
            </a:pPr>
            <a:r>
              <a:rPr kumimoji="0" lang="en-I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Harness Engineering Control Plane: Private AI Skill </a:t>
            </a:r>
            <a:r>
              <a:rPr lang="en-IN" altLang="zh-CN" sz="900" dirty="0">
                <a:solidFill>
                  <a:srgbClr val="000000"/>
                </a:solidFill>
              </a:rPr>
              <a:t>Marketplace, Agentic Lifecycle &amp; </a:t>
            </a:r>
            <a:r>
              <a:rPr kumimoji="0" lang="en-I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Governance Platform, and Agentic Observability with AgentEx &amp; </a:t>
            </a:r>
            <a:r>
              <a:rPr kumimoji="0" lang="en-IN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TokenOps</a:t>
            </a:r>
            <a:endParaRPr kumimoji="0" lang="en-IN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  <p:sp>
        <p:nvSpPr>
          <p:cNvPr id="3" name="文本框 41">
            <a:extLst>
              <a:ext uri="{FF2B5EF4-FFF2-40B4-BE49-F238E27FC236}">
                <a16:creationId xmlns:a16="http://schemas.microsoft.com/office/drawing/2014/main" id="{6990424F-BC0B-BB64-E750-78C5F6818EED}"/>
              </a:ext>
            </a:extLst>
          </p:cNvPr>
          <p:cNvSpPr txBox="1"/>
          <p:nvPr/>
        </p:nvSpPr>
        <p:spPr>
          <a:xfrm>
            <a:off x="3912057" y="1094587"/>
            <a:ext cx="4247667" cy="5503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Example Offer Structure (3 Phases)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Phase 1 – DevOps &amp; SDLC Maturity Assessment (2–4 weeks)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Baseline DORA metrics, CI/CD maturity, and developer experience across teams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Identify 'Shadow AI' usage and governance gaps in current AI/copilot adoption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Phase 2 – Software Factory Pilot (8–12 weeks)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Implement golden CI/CD pipelines with security gates and evidence capture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Deploy Internal Developer Portal (Backstage/RHDH) with golden path templates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Integrate GitHub Copilot with enterprise governance, usage tracking, and policy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Implement trusted software supply chain: SLSA attestation, SBOM generation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Stand up SAM for reusable AI agent skills with context and compliance controls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Prove delivery velocity, security posture, and developer satisfaction improvements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Phase 3 – Agentic Scale &amp; Optimization (3–9 months+)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Expand golden paths and IDP across all development teams and languages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Deploy CCDash Agentic Control Plane for full lifecycle AI governance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Enable autonomous AI agents for testing, security remediation, and code review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Integrate with Cloud-Native Foundations platform for end-to-end traceability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Establish DevEx CoE with DORA/SPACE metrics and continuous improvement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Connect to broader Automation Transformation and VMware exit motions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Key Value Levers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~25% increase in developer productivity; 20–30% faster time-to-market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From 'Shadow AI Crisis' to governed autonomy: compliant, auditable AI agents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Why IBM Consulting / BoxBoat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Deep GitHub/GitLab and CNCF expertise with engineering-first delivery model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Bridges the 'AI Orchestration Gap' between AI models and enterprise governance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lang="en-US" sz="900" kern="0" dirty="0">
                <a:solidFill>
                  <a:srgbClr val="000000"/>
                </a:solidFill>
                <a:latin typeface="IBM Plex Sans Light"/>
                <a:cs typeface="Times New Roman" panose="02020603050405020304" pitchFamily="18" charset="0"/>
              </a:rPr>
              <a:t>Creators of the Harness Engineering Control Plane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6" descr="图片包含 照片, 黑暗, 标志, 亮  AI 生成的内容可能不正确。">
            <a:extLst>
              <a:ext uri="{FF2B5EF4-FFF2-40B4-BE49-F238E27FC236}">
                <a16:creationId xmlns:a16="http://schemas.microsoft.com/office/drawing/2014/main" id="{B3B80FED-6FC1-159E-00FC-3AB9B8FB19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3215" y="4396309"/>
            <a:ext cx="346734" cy="346734"/>
          </a:xfrm>
          <a:prstGeom prst="rect">
            <a:avLst/>
          </a:prstGeom>
        </p:spPr>
      </p:pic>
      <p:pic>
        <p:nvPicPr>
          <p:cNvPr id="8" name="图片 22" descr="黑色的钟表  AI 生成的内容可能不正确。">
            <a:extLst>
              <a:ext uri="{FF2B5EF4-FFF2-40B4-BE49-F238E27FC236}">
                <a16:creationId xmlns:a16="http://schemas.microsoft.com/office/drawing/2014/main" id="{B0946BBD-A2E9-1747-4EF2-02BFD249F3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3216" y="2844397"/>
            <a:ext cx="346733" cy="346733"/>
          </a:xfrm>
          <a:prstGeom prst="rect">
            <a:avLst/>
          </a:prstGeom>
        </p:spPr>
      </p:pic>
      <p:pic>
        <p:nvPicPr>
          <p:cNvPr id="9" name="图片 24" descr="黑暗中的标志  AI 生成的内容可能不正确。">
            <a:extLst>
              <a:ext uri="{FF2B5EF4-FFF2-40B4-BE49-F238E27FC236}">
                <a16:creationId xmlns:a16="http://schemas.microsoft.com/office/drawing/2014/main" id="{8B0E2DFE-6B6F-5AB3-BC45-61C79E4BB8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6690" y="740544"/>
            <a:ext cx="410029" cy="410029"/>
          </a:xfrm>
          <a:prstGeom prst="rect">
            <a:avLst/>
          </a:prstGeom>
        </p:spPr>
      </p:pic>
      <p:sp>
        <p:nvSpPr>
          <p:cNvPr id="10" name="文本框 29">
            <a:extLst>
              <a:ext uri="{FF2B5EF4-FFF2-40B4-BE49-F238E27FC236}">
                <a16:creationId xmlns:a16="http://schemas.microsoft.com/office/drawing/2014/main" id="{D34E5E41-E935-DB02-3A9D-A59CF7E3E967}"/>
              </a:ext>
            </a:extLst>
          </p:cNvPr>
          <p:cNvSpPr txBox="1"/>
          <p:nvPr/>
        </p:nvSpPr>
        <p:spPr>
          <a:xfrm>
            <a:off x="8840078" y="792294"/>
            <a:ext cx="1512396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Deliverables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12" name="文本框 30">
            <a:extLst>
              <a:ext uri="{FF2B5EF4-FFF2-40B4-BE49-F238E27FC236}">
                <a16:creationId xmlns:a16="http://schemas.microsoft.com/office/drawing/2014/main" id="{4EF76BFD-5AD2-24AA-DB1E-D5852C596B44}"/>
              </a:ext>
            </a:extLst>
          </p:cNvPr>
          <p:cNvSpPr txBox="1"/>
          <p:nvPr/>
        </p:nvSpPr>
        <p:spPr>
          <a:xfrm>
            <a:off x="8356690" y="1205118"/>
            <a:ext cx="3558771" cy="1083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SDLC maturity assessment with DORA baselines and AI governance gap analysis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Target-state agentic software factory architecture and transformation roadmap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Golden CI/CD pipelines with supply chain security and evidence automation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Internal Developer Portal configured with golden paths and self-service workflows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Executive business case with DevEx ROI projections and enterprise scale plan</a:t>
            </a:r>
          </a:p>
        </p:txBody>
      </p:sp>
      <p:sp>
        <p:nvSpPr>
          <p:cNvPr id="13" name="文本框 45">
            <a:extLst>
              <a:ext uri="{FF2B5EF4-FFF2-40B4-BE49-F238E27FC236}">
                <a16:creationId xmlns:a16="http://schemas.microsoft.com/office/drawing/2014/main" id="{26B0BC75-F5E0-AEB2-7DC1-30197320C4E5}"/>
              </a:ext>
            </a:extLst>
          </p:cNvPr>
          <p:cNvSpPr txBox="1"/>
          <p:nvPr/>
        </p:nvSpPr>
        <p:spPr>
          <a:xfrm>
            <a:off x="8840078" y="2844397"/>
            <a:ext cx="2400528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Timelines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16" name="文本框 47">
            <a:extLst>
              <a:ext uri="{FF2B5EF4-FFF2-40B4-BE49-F238E27FC236}">
                <a16:creationId xmlns:a16="http://schemas.microsoft.com/office/drawing/2014/main" id="{F4D91B46-EE48-2D70-CCE2-E906C6310DAA}"/>
              </a:ext>
            </a:extLst>
          </p:cNvPr>
          <p:cNvSpPr txBox="1"/>
          <p:nvPr/>
        </p:nvSpPr>
        <p:spPr>
          <a:xfrm>
            <a:off x="8826644" y="4328857"/>
            <a:ext cx="2707770" cy="41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Commercials         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(Indicative Cost – Jumpstart Investment)</a:t>
            </a:r>
            <a:endParaRPr kumimoji="1" lang="zh-CN" altLang="en-US" sz="105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7" name="文本框 48">
            <a:extLst>
              <a:ext uri="{FF2B5EF4-FFF2-40B4-BE49-F238E27FC236}">
                <a16:creationId xmlns:a16="http://schemas.microsoft.com/office/drawing/2014/main" id="{CC606677-71F7-2910-90BB-511C767F3FD1}"/>
              </a:ext>
            </a:extLst>
          </p:cNvPr>
          <p:cNvSpPr txBox="1"/>
          <p:nvPr/>
        </p:nvSpPr>
        <p:spPr>
          <a:xfrm>
            <a:off x="8477716" y="4678272"/>
            <a:ext cx="3212451" cy="163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IBM Plex Sans Ligh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(Client-facing — adaptable based on scope &amp; region)</a:t>
            </a:r>
            <a:endParaRPr kumimoji="0" lang="en-IN" sz="9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Assessment</a:t>
            </a: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: $50–150K for 2–4 week engagement]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Pilot + Scale</a:t>
            </a: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: $500K–2M+ depending on scope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endParaRPr kumimoji="0" lang="en-SG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* Microsoft/GitHub and AI partner funding may be available through co-sell programs – confirm with deal team</a:t>
            </a:r>
            <a:b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SG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46">
            <a:extLst>
              <a:ext uri="{FF2B5EF4-FFF2-40B4-BE49-F238E27FC236}">
                <a16:creationId xmlns:a16="http://schemas.microsoft.com/office/drawing/2014/main" id="{82FF7CC4-57DC-97C2-1F00-7E9789969CE7}"/>
              </a:ext>
            </a:extLst>
          </p:cNvPr>
          <p:cNvSpPr txBox="1"/>
          <p:nvPr/>
        </p:nvSpPr>
        <p:spPr>
          <a:xfrm>
            <a:off x="8406876" y="3225805"/>
            <a:ext cx="3458398" cy="851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Duration: Assessment 2–4 wks; Pilot 8–12 wks; Scale 3–9 mo+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Effort: 2–4 FTE DevSecOps Architect, Kubernetes Engineer, Agentic AI SME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Client Involvement: 3–4 workshops; access to SCM, CI/CD, and development environments</a:t>
            </a:r>
            <a:endParaRPr kumimoji="0" lang="en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3830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38C57-6243-C693-31A9-AB841EE9B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EDBBDCB-7B01-C9B0-13EF-ECD54C6ED8A4}"/>
              </a:ext>
            </a:extLst>
          </p:cNvPr>
          <p:cNvSpPr txBox="1"/>
          <p:nvPr/>
        </p:nvSpPr>
        <p:spPr>
          <a:xfrm>
            <a:off x="5812971" y="-82296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4E90D2-BCDD-B0B7-58B5-7ABD1A7B4048}"/>
              </a:ext>
            </a:extLst>
          </p:cNvPr>
          <p:cNvSpPr txBox="1"/>
          <p:nvPr/>
        </p:nvSpPr>
        <p:spPr>
          <a:xfrm>
            <a:off x="5212080" y="-352697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FFEEFB-481E-205A-956E-AF101430B413}"/>
              </a:ext>
            </a:extLst>
          </p:cNvPr>
          <p:cNvSpPr txBox="1"/>
          <p:nvPr/>
        </p:nvSpPr>
        <p:spPr>
          <a:xfrm>
            <a:off x="3955774" y="-1212574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817F85-51A1-0183-E8B8-D622ECFE73D2}"/>
              </a:ext>
            </a:extLst>
          </p:cNvPr>
          <p:cNvSpPr txBox="1"/>
          <p:nvPr/>
        </p:nvSpPr>
        <p:spPr>
          <a:xfrm>
            <a:off x="13019314" y="391886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5D1DA-528A-AD5E-564B-17D7FFE38AD3}"/>
              </a:ext>
            </a:extLst>
          </p:cNvPr>
          <p:cNvSpPr txBox="1"/>
          <p:nvPr/>
        </p:nvSpPr>
        <p:spPr>
          <a:xfrm>
            <a:off x="-246743" y="1627283"/>
            <a:ext cx="45719" cy="45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50CDB2F-C39A-6FC9-6B50-975A83037B27}"/>
              </a:ext>
            </a:extLst>
          </p:cNvPr>
          <p:cNvSpPr txBox="1"/>
          <p:nvPr/>
        </p:nvSpPr>
        <p:spPr>
          <a:xfrm>
            <a:off x="150739" y="41584"/>
            <a:ext cx="11471772" cy="49244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VMware Estate Transformation</a:t>
            </a:r>
          </a:p>
        </p:txBody>
      </p:sp>
      <p:pic>
        <p:nvPicPr>
          <p:cNvPr id="11" name="图片 10" descr="黑暗中的标志  AI 生成的内容可能不正确。">
            <a:extLst>
              <a:ext uri="{FF2B5EF4-FFF2-40B4-BE49-F238E27FC236}">
                <a16:creationId xmlns:a16="http://schemas.microsoft.com/office/drawing/2014/main" id="{A64C0663-7A6D-3F64-E05B-FC76210CA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06" y="2727616"/>
            <a:ext cx="456473" cy="456473"/>
          </a:xfrm>
          <a:prstGeom prst="rect">
            <a:avLst/>
          </a:prstGeom>
        </p:spPr>
      </p:pic>
      <p:pic>
        <p:nvPicPr>
          <p:cNvPr id="15" name="图片 14" descr="黑暗中的标志  AI 生成的内容可能不正确。">
            <a:extLst>
              <a:ext uri="{FF2B5EF4-FFF2-40B4-BE49-F238E27FC236}">
                <a16:creationId xmlns:a16="http://schemas.microsoft.com/office/drawing/2014/main" id="{AB2509D0-84A2-06E0-68E4-63E0F9641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762" y="613440"/>
            <a:ext cx="456711" cy="456711"/>
          </a:xfrm>
          <a:prstGeom prst="rect">
            <a:avLst/>
          </a:prstGeom>
        </p:spPr>
      </p:pic>
      <p:pic>
        <p:nvPicPr>
          <p:cNvPr id="19" name="图片 18" descr="图片包含 照片, 游戏机, 站  AI 生成的内容可能不正确。">
            <a:extLst>
              <a:ext uri="{FF2B5EF4-FFF2-40B4-BE49-F238E27FC236}">
                <a16:creationId xmlns:a16="http://schemas.microsoft.com/office/drawing/2014/main" id="{0241498A-A23C-7641-499E-DBEA51643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37" y="733450"/>
            <a:ext cx="361138" cy="361138"/>
          </a:xfrm>
          <a:prstGeom prst="rect">
            <a:avLst/>
          </a:prstGeom>
        </p:spPr>
      </p:pic>
      <p:pic>
        <p:nvPicPr>
          <p:cNvPr id="27" name="图片 26" descr="街道上有店铺的标志黑色背景白色的字  AI 生成的内容可能不正确。">
            <a:extLst>
              <a:ext uri="{FF2B5EF4-FFF2-40B4-BE49-F238E27FC236}">
                <a16:creationId xmlns:a16="http://schemas.microsoft.com/office/drawing/2014/main" id="{2A456CC2-5D9C-B40A-60A8-6696A543A1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129" y="5320810"/>
            <a:ext cx="388531" cy="330797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176A7A30-612F-6D07-4BBF-157B921054A6}"/>
              </a:ext>
            </a:extLst>
          </p:cNvPr>
          <p:cNvSpPr txBox="1"/>
          <p:nvPr/>
        </p:nvSpPr>
        <p:spPr>
          <a:xfrm>
            <a:off x="699109" y="743646"/>
            <a:ext cx="1328057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Objectives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43C6290-E0F5-9A1F-E105-6C54A0F0E5E4}"/>
              </a:ext>
            </a:extLst>
          </p:cNvPr>
          <p:cNvSpPr txBox="1"/>
          <p:nvPr/>
        </p:nvSpPr>
        <p:spPr>
          <a:xfrm>
            <a:off x="276535" y="1134344"/>
            <a:ext cx="3226235" cy="138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Escape spiraling Broadcom/VMware licensing costs with 30–50% TCO reduction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Migrate VM workloads to Red Hat OpenShift Virtualization (RHOV) at scale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Eliminate proprietary vendor lock-in with open, future-proof infrastructure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Create a unified platform for existing VMs and future container workloads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Establish a runway to progressive cloud-native modernization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2CB7D69-B939-DCAF-F1DA-F675F43F3EDF}"/>
              </a:ext>
            </a:extLst>
          </p:cNvPr>
          <p:cNvSpPr txBox="1"/>
          <p:nvPr/>
        </p:nvSpPr>
        <p:spPr>
          <a:xfrm>
            <a:off x="4380679" y="680930"/>
            <a:ext cx="2123889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Activities In-Scope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5D82D24-51D1-28F0-1690-5CC5518DBCB2}"/>
              </a:ext>
            </a:extLst>
          </p:cNvPr>
          <p:cNvSpPr txBox="1"/>
          <p:nvPr/>
        </p:nvSpPr>
        <p:spPr>
          <a:xfrm>
            <a:off x="665156" y="2802419"/>
            <a:ext cx="2596730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Technology  In-Scope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1052A5B-DC58-F874-8296-041D72DE1B30}"/>
              </a:ext>
            </a:extLst>
          </p:cNvPr>
          <p:cNvSpPr txBox="1"/>
          <p:nvPr/>
        </p:nvSpPr>
        <p:spPr>
          <a:xfrm>
            <a:off x="191393" y="3223845"/>
            <a:ext cx="3405398" cy="1800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Red Hat OpenShift Virtualization (RHOV)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Migration Toolkit for Virtualization (MTV) for automated VM migration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Red Hat Ansible Automation Platform for migration factory orchestration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Txture / IBM WAMT for portfolio assessment and TCO analysis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Red Hat OpenShift Container Platform, ACM, GitOps for target state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A7A05B4-D5B9-83DF-1518-CB312C2B9242}"/>
              </a:ext>
            </a:extLst>
          </p:cNvPr>
          <p:cNvSpPr txBox="1"/>
          <p:nvPr/>
        </p:nvSpPr>
        <p:spPr>
          <a:xfrm>
            <a:off x="718161" y="5320810"/>
            <a:ext cx="2400528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Tools &amp; Accelerators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BA57B532-FC30-B443-54FB-D3CB19AE6A65}"/>
              </a:ext>
            </a:extLst>
          </p:cNvPr>
          <p:cNvCxnSpPr>
            <a:cxnSpLocks/>
          </p:cNvCxnSpPr>
          <p:nvPr/>
        </p:nvCxnSpPr>
        <p:spPr bwMode="auto">
          <a:xfrm>
            <a:off x="3774986" y="650745"/>
            <a:ext cx="0" cy="5740111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AB7B42A9-E1BD-FABE-6C48-75C6B3E8C17D}"/>
              </a:ext>
            </a:extLst>
          </p:cNvPr>
          <p:cNvCxnSpPr>
            <a:cxnSpLocks/>
          </p:cNvCxnSpPr>
          <p:nvPr/>
        </p:nvCxnSpPr>
        <p:spPr bwMode="auto">
          <a:xfrm>
            <a:off x="8233086" y="774546"/>
            <a:ext cx="0" cy="561631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44">
            <a:extLst>
              <a:ext uri="{FF2B5EF4-FFF2-40B4-BE49-F238E27FC236}">
                <a16:creationId xmlns:a16="http://schemas.microsoft.com/office/drawing/2014/main" id="{228C82C1-2572-5B51-A169-A4A1629EDAC6}"/>
              </a:ext>
            </a:extLst>
          </p:cNvPr>
          <p:cNvSpPr txBox="1"/>
          <p:nvPr/>
        </p:nvSpPr>
        <p:spPr>
          <a:xfrm>
            <a:off x="238958" y="5723656"/>
            <a:ext cx="3301388" cy="9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BoxBoat RHOV Landing Zone Blueprints</a:t>
            </a:r>
            <a:endParaRPr kumimoji="0" lang="en-IN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Automated/Agentic Migration Factory (MTV + Ansible runbooks)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BoxBoat’s</a:t>
            </a:r>
            <a:r>
              <a:rPr kumimoji="0" lang="en-I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 MAP assessment platform</a:t>
            </a:r>
          </a:p>
        </p:txBody>
      </p:sp>
      <p:sp>
        <p:nvSpPr>
          <p:cNvPr id="3" name="文本框 41">
            <a:extLst>
              <a:ext uri="{FF2B5EF4-FFF2-40B4-BE49-F238E27FC236}">
                <a16:creationId xmlns:a16="http://schemas.microsoft.com/office/drawing/2014/main" id="{6990424F-BC0B-BB64-E750-78C5F6818EED}"/>
              </a:ext>
            </a:extLst>
          </p:cNvPr>
          <p:cNvSpPr txBox="1"/>
          <p:nvPr/>
        </p:nvSpPr>
        <p:spPr>
          <a:xfrm>
            <a:off x="3912057" y="1094587"/>
            <a:ext cx="4247667" cy="5369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Example Offer Structure (3 Phases)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Phase 1 – VMware Assessment &amp; Business Case (2–4 weeks)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Inventory VMware estate: workloads, licensing, dependencies, and criticality tiers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Build TCO comparison model (current VMware vs. RHOV) with 3-year ROI projections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Phase 2 – RHOV Pilot Migration (8–12 weeks)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Deploy production-grade RHOV landing zone with hardened security baseline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Migrate 50–100 low-criticality VMs using MTV automated migration factory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Validate application functionality, performance, and networking on RHOV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Implement GitOps-driven lifecycle management for virtualized workloads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Establish operational runbooks for Day-2 VM management on OpenShift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Prove TCO reduction, migration velocity, and operational parity metrics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Phase 3 – Enterprise Wave Migration &amp; Modernization (3–12 months+)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Execute wave-based migration by business criticality and dependency topology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Scale migration factory with automated runbooks and Ansible orchestration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Progressively modernize select workloads from VMs to containers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Integrate with Cloud-Native Foundations for unified hybrid platform management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Establish ongoing optimization: right-sizing, cost allocation, and performance tuning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Connect to Automation Transformation and Modern SDLC for full estate modernization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Key Value Levers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30–50% TCO reduction on virtualization; near-immediate ROI on pilot scope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Unified platform for VMs and containers enables hybrid cloud expansion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Why IBM Consulting / BoxBoat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We 'lift and modernize' – not just 'lift and shift' to another legacy hypervisor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Proven at scale: validated RHOV for healthcare system, reducing OpEx by millions/yr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Times New Roman" panose="02020603050405020304" pitchFamily="18" charset="0"/>
              </a:rPr>
              <a:t>Natural pull-through to Cloud-Native Foundations, Automation, and Agentic SDLC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6" descr="图片包含 照片, 黑暗, 标志, 亮  AI 生成的内容可能不正确。">
            <a:extLst>
              <a:ext uri="{FF2B5EF4-FFF2-40B4-BE49-F238E27FC236}">
                <a16:creationId xmlns:a16="http://schemas.microsoft.com/office/drawing/2014/main" id="{B3B80FED-6FC1-159E-00FC-3AB9B8FB19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3215" y="4396309"/>
            <a:ext cx="346734" cy="346734"/>
          </a:xfrm>
          <a:prstGeom prst="rect">
            <a:avLst/>
          </a:prstGeom>
        </p:spPr>
      </p:pic>
      <p:pic>
        <p:nvPicPr>
          <p:cNvPr id="8" name="图片 22" descr="黑色的钟表  AI 生成的内容可能不正确。">
            <a:extLst>
              <a:ext uri="{FF2B5EF4-FFF2-40B4-BE49-F238E27FC236}">
                <a16:creationId xmlns:a16="http://schemas.microsoft.com/office/drawing/2014/main" id="{B0946BBD-A2E9-1747-4EF2-02BFD249F3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3216" y="2844397"/>
            <a:ext cx="346733" cy="346733"/>
          </a:xfrm>
          <a:prstGeom prst="rect">
            <a:avLst/>
          </a:prstGeom>
        </p:spPr>
      </p:pic>
      <p:pic>
        <p:nvPicPr>
          <p:cNvPr id="9" name="图片 24" descr="黑暗中的标志  AI 生成的内容可能不正确。">
            <a:extLst>
              <a:ext uri="{FF2B5EF4-FFF2-40B4-BE49-F238E27FC236}">
                <a16:creationId xmlns:a16="http://schemas.microsoft.com/office/drawing/2014/main" id="{8B0E2DFE-6B6F-5AB3-BC45-61C79E4BB8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6690" y="740544"/>
            <a:ext cx="410029" cy="410029"/>
          </a:xfrm>
          <a:prstGeom prst="rect">
            <a:avLst/>
          </a:prstGeom>
        </p:spPr>
      </p:pic>
      <p:sp>
        <p:nvSpPr>
          <p:cNvPr id="10" name="文本框 29">
            <a:extLst>
              <a:ext uri="{FF2B5EF4-FFF2-40B4-BE49-F238E27FC236}">
                <a16:creationId xmlns:a16="http://schemas.microsoft.com/office/drawing/2014/main" id="{D34E5E41-E935-DB02-3A9D-A59CF7E3E967}"/>
              </a:ext>
            </a:extLst>
          </p:cNvPr>
          <p:cNvSpPr txBox="1"/>
          <p:nvPr/>
        </p:nvSpPr>
        <p:spPr>
          <a:xfrm>
            <a:off x="8840078" y="792294"/>
            <a:ext cx="1512396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Deliverables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12" name="文本框 30">
            <a:extLst>
              <a:ext uri="{FF2B5EF4-FFF2-40B4-BE49-F238E27FC236}">
                <a16:creationId xmlns:a16="http://schemas.microsoft.com/office/drawing/2014/main" id="{4EF76BFD-5AD2-24AA-DB1E-D5852C596B44}"/>
              </a:ext>
            </a:extLst>
          </p:cNvPr>
          <p:cNvSpPr txBox="1"/>
          <p:nvPr/>
        </p:nvSpPr>
        <p:spPr>
          <a:xfrm>
            <a:off x="8356690" y="1205118"/>
            <a:ext cx="3558771" cy="1083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VMware estate assessment with workload inventory and dependency mapping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TCO analysis with 3-year cost comparison (VMware vs. RHOV) and ROI model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Production RHOV landing zone deployed with security, networking, and observability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Pilot migration of 50–100 VMs with validated operational runbooks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Enterprise wave migration plan with business case and modernization roadmap</a:t>
            </a:r>
          </a:p>
        </p:txBody>
      </p:sp>
      <p:sp>
        <p:nvSpPr>
          <p:cNvPr id="13" name="文本框 45">
            <a:extLst>
              <a:ext uri="{FF2B5EF4-FFF2-40B4-BE49-F238E27FC236}">
                <a16:creationId xmlns:a16="http://schemas.microsoft.com/office/drawing/2014/main" id="{26B0BC75-F5E0-AEB2-7DC1-30197320C4E5}"/>
              </a:ext>
            </a:extLst>
          </p:cNvPr>
          <p:cNvSpPr txBox="1"/>
          <p:nvPr/>
        </p:nvSpPr>
        <p:spPr>
          <a:xfrm>
            <a:off x="8840078" y="2844397"/>
            <a:ext cx="2400528" cy="41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Timelines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16" name="文本框 47">
            <a:extLst>
              <a:ext uri="{FF2B5EF4-FFF2-40B4-BE49-F238E27FC236}">
                <a16:creationId xmlns:a16="http://schemas.microsoft.com/office/drawing/2014/main" id="{F4D91B46-EE48-2D70-CCE2-E906C6310DAA}"/>
              </a:ext>
            </a:extLst>
          </p:cNvPr>
          <p:cNvSpPr txBox="1"/>
          <p:nvPr/>
        </p:nvSpPr>
        <p:spPr>
          <a:xfrm>
            <a:off x="8826644" y="4328857"/>
            <a:ext cx="2707770" cy="41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Commercials         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(Indicative Cost – Jumpstart Investment)</a:t>
            </a:r>
            <a:endParaRPr kumimoji="1" lang="zh-CN" altLang="en-US" sz="1050" b="0" i="0" u="none" strike="noStrike" kern="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7" name="文本框 48">
            <a:extLst>
              <a:ext uri="{FF2B5EF4-FFF2-40B4-BE49-F238E27FC236}">
                <a16:creationId xmlns:a16="http://schemas.microsoft.com/office/drawing/2014/main" id="{CC606677-71F7-2910-90BB-511C767F3FD1}"/>
              </a:ext>
            </a:extLst>
          </p:cNvPr>
          <p:cNvSpPr txBox="1"/>
          <p:nvPr/>
        </p:nvSpPr>
        <p:spPr>
          <a:xfrm>
            <a:off x="8477716" y="4678272"/>
            <a:ext cx="3212451" cy="163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IBM Plex Sans Ligh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(Client-facing — adaptable based on scope &amp; region)</a:t>
            </a:r>
            <a:endParaRPr kumimoji="0" lang="en-IN" sz="9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Assessment</a:t>
            </a: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: $100–200K for 2–4 week engagement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r>
              <a:rPr kumimoji="0" lang="en-SG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Pilot + Scale</a:t>
            </a: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: $1M-10M+ depending on estate size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Char char="-"/>
              <a:tabLst>
                <a:tab pos="457200" algn="l"/>
              </a:tabLst>
              <a:defRPr/>
            </a:pPr>
            <a:endParaRPr kumimoji="0" lang="en-SG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  <a:t>* Red Hat RHOV migration funding and hyperscaler co-investment may be available through IBM strategic alliances – confirm with deal team</a:t>
            </a:r>
            <a:br>
              <a:rPr kumimoji="0" lang="en-SG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SG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46">
            <a:extLst>
              <a:ext uri="{FF2B5EF4-FFF2-40B4-BE49-F238E27FC236}">
                <a16:creationId xmlns:a16="http://schemas.microsoft.com/office/drawing/2014/main" id="{82FF7CC4-57DC-97C2-1F00-7E9789969CE7}"/>
              </a:ext>
            </a:extLst>
          </p:cNvPr>
          <p:cNvSpPr txBox="1"/>
          <p:nvPr/>
        </p:nvSpPr>
        <p:spPr>
          <a:xfrm>
            <a:off x="8406876" y="3225805"/>
            <a:ext cx="3458398" cy="851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Duration: Assessment 2–4 wks; Pilot 8–12 wks; Scale 3–12 mo+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Effort: 2–4 FTE Platform Architect, Virtualization SME, Migration Engineer, SRE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Client Involvement: 3–4 workshops; access to VMware environment and workload data</a:t>
            </a:r>
            <a:endParaRPr kumimoji="0" lang="en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161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ijy04hVQVGN03fNAEUZvg"/>
</p:tagLst>
</file>

<file path=ppt/theme/theme1.xml><?xml version="1.0" encoding="utf-8"?>
<a:theme xmlns:a="http://schemas.openxmlformats.org/drawingml/2006/main" name="4_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presentation_template_v_1_4_Plex" id="{CD0C5817-EB6A-6C46-8403-24AD582CFD03}" vid="{BF9B21BA-71C2-5045-909D-55899A1DBA68}"/>
    </a:ext>
  </a:extLst>
</a:theme>
</file>

<file path=ppt/theme/theme2.xml><?xml version="1.0" encoding="utf-8"?>
<a:theme xmlns:a="http://schemas.openxmlformats.org/drawingml/2006/main" name="5_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presentation_template_v_1_7_Plex" id="{95415CFD-B8C5-A64E-9B33-327FB66EA919}" vid="{53F516D8-807B-3648-BBAC-1A335BDA2B4F}"/>
    </a:ext>
  </a:extLst>
</a:theme>
</file>

<file path=ppt/theme/theme3.xml><?xml version="1.0" encoding="utf-8"?>
<a:theme xmlns:a="http://schemas.openxmlformats.org/drawingml/2006/main" name="21_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presentation_template_v_1_4_Plex" id="{CD0C5817-EB6A-6C46-8403-24AD582CFD03}" vid="{BF9B21BA-71C2-5045-909D-55899A1DBA68}"/>
    </a:ext>
  </a:extLst>
</a:theme>
</file>

<file path=ppt/theme/theme4.xml><?xml version="1.0" encoding="utf-8"?>
<a:theme xmlns:a="http://schemas.openxmlformats.org/drawingml/2006/main" name="23_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presentation_template_v_1_4_Plex" id="{CD0C5817-EB6A-6C46-8403-24AD582CFD03}" vid="{BF9B21BA-71C2-5045-909D-55899A1DBA68}"/>
    </a:ext>
  </a:extLst>
</a:theme>
</file>

<file path=ppt/theme/theme5.xml><?xml version="1.0" encoding="utf-8"?>
<a:theme xmlns:a="http://schemas.openxmlformats.org/drawingml/2006/main" name="5_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lIns="91440" tIns="91440" rIns="91440" bIns="91440" rtlCol="0">
        <a:spAutoFit/>
      </a:bodyPr>
      <a:lstStyle>
        <a:defPPr algn="l">
          <a:spcBef>
            <a:spcPts val="1100"/>
          </a:spcBef>
          <a:defRPr sz="1400" dirty="0" smtClean="0">
            <a:solidFill>
              <a:schemeClr val="tx1"/>
            </a:solidFill>
            <a:latin typeface="IBM Plex Sans" panose="020B0503050203000203" pitchFamily="34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Presentation_Template_2022_V01_Plex_Embed" id="{02D7F33A-96F9-3142-BE93-E46CEC147C3D}" vid="{B93A71AE-C97A-F24E-BECE-31FFF7CA65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11854</TotalTime>
  <Words>2216</Words>
  <Application>Microsoft Macintosh PowerPoint</Application>
  <PresentationFormat>Widescreen</PresentationFormat>
  <Paragraphs>266</Paragraphs>
  <Slides>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22" baseType="lpstr">
      <vt:lpstr>Aptos</vt:lpstr>
      <vt:lpstr>Arial</vt:lpstr>
      <vt:lpstr>Arial Regular</vt:lpstr>
      <vt:lpstr>IBM Plex Sans</vt:lpstr>
      <vt:lpstr>IBM Plex Sans Cond Light</vt:lpstr>
      <vt:lpstr>IBM Plex Sans Cond Medm</vt:lpstr>
      <vt:lpstr>IBM Plex Sans ExtLt</vt:lpstr>
      <vt:lpstr>IBM Plex Sans Light</vt:lpstr>
      <vt:lpstr>IBM Plex Sans Medm</vt:lpstr>
      <vt:lpstr>IBM Plex Serif Light</vt:lpstr>
      <vt:lpstr>Times New Roman</vt:lpstr>
      <vt:lpstr>Trebuchet MS</vt:lpstr>
      <vt:lpstr>4_IBM presentation template</vt:lpstr>
      <vt:lpstr>5_IBM presentation template</vt:lpstr>
      <vt:lpstr>21_IBM presentation template</vt:lpstr>
      <vt:lpstr>23_IBM presentation template</vt:lpstr>
      <vt:lpstr>5_IBM Brand Template 2022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Twesha Ray</dc:creator>
  <cp:lastModifiedBy>Nick Miethe</cp:lastModifiedBy>
  <cp:revision>198</cp:revision>
  <dcterms:created xsi:type="dcterms:W3CDTF">2025-09-04T02:48:27Z</dcterms:created>
  <dcterms:modified xsi:type="dcterms:W3CDTF">2026-03-27T14:18:54Z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2025-09-04T03:12:46Z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1fb7408e-b73b-4c3f-a952-defd776cc7a5</vt:lpwstr>
  </property>
  <property fmtid="{D5CDD505-2E9C-101B-9397-08002B2CF9AE}" pid="8" name="MSIP_Label_4044bd30-2ed7-4c9d-9d12-46200872a97b_ContentBits">
    <vt:lpwstr>0</vt:lpwstr>
  </property>
  <property fmtid="{D5CDD505-2E9C-101B-9397-08002B2CF9AE}" pid="9" name="MSIP_Label_4044bd30-2ed7-4c9d-9d12-46200872a97b_Tag">
    <vt:lpwstr>50, 3, 0, 1</vt:lpwstr>
  </property>
</Properties>
</file>